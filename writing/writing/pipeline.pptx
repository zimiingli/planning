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0" userDrawn="1">
          <p15:clr>
            <a:srgbClr val="A4A3A4"/>
          </p15:clr>
        </p15:guide>
        <p15:guide id="3" orient="horz" pos="30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552"/>
    <a:srgbClr val="E3F0D9"/>
    <a:srgbClr val="F2FCFF"/>
    <a:srgbClr val="DCE9F3"/>
    <a:srgbClr val="F4B283"/>
    <a:srgbClr val="C65A11"/>
    <a:srgbClr val="4472C4"/>
    <a:srgbClr val="EBAB80"/>
    <a:srgbClr val="4472C5"/>
    <a:srgbClr val="FE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1"/>
    <p:restoredTop sz="94720"/>
  </p:normalViewPr>
  <p:slideViewPr>
    <p:cSldViewPr snapToGrid="0" showGuides="1">
      <p:cViewPr varScale="1">
        <p:scale>
          <a:sx n="215" d="100"/>
          <a:sy n="215" d="100"/>
        </p:scale>
        <p:origin x="904" y="136"/>
      </p:cViewPr>
      <p:guideLst>
        <p:guide pos="360"/>
        <p:guide orient="horz" pos="30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F68B5-D291-0749-A62A-04C344732956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2A814-E318-B64A-8A2F-F05FF0E3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8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1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9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41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05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59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F2BF-5088-4089-5334-5053FAB9A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CFA36-2203-3017-D6BA-5FE8822BD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4B2C-1441-C98C-C166-7587C80B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284C5-DBEA-65FA-B0D5-E009A7D0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1913-65CB-5338-FB64-0684CBE4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818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7ED3-D67B-9B45-4F09-8A04A249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6DA1-27BE-4FF6-39A2-FFF77F79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56AF-4A14-FC22-6B6A-2DB98DEA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9941-8854-ED09-3520-8155E0B3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6CC81-83C4-ED19-5918-F62A0BA8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813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4806-E033-E099-B710-74C81915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953F3-2CA7-92DA-6E0C-1C309A14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A827C-290D-DDE0-F3AF-521B81B9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C116-B698-D376-0005-8A5A27F0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E84F-BB15-378F-A394-5170895F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1F04-3B07-F196-301D-8DB1014B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9AAF-6EAC-A24C-99A0-16F14E1AF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E55C3-4D36-72D2-34B5-F62E8CFF9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12FA1-C64D-BF4D-C3B0-2B8FDCB8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934C-A3C5-19E9-2A9B-581D86F6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5A41F-B7EE-3332-DE1C-B5CECFC3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064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17D7-B62A-3585-116A-4A8B3399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E42B7-45D4-8497-87C9-F870B8E7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42067-1801-9EF4-6BAD-3934D5D94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CEC70-F227-0DE9-06B5-6AAB8B729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FCC32-F827-0868-3171-5994D7105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0094B-FF3D-E101-73C7-E2D98EFC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0F03F-5EC3-B767-5C07-62038D36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2167C-A754-75DA-FF10-99F3D620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871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96EF-AE00-A331-98F5-DAE69736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10BEB-08D1-C9D0-82C2-213A8274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1A44C-BE82-79DE-EF5D-A5FB46DF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3F768-9828-804A-72D7-AF4A0A0F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68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28665-E266-C844-84A0-500C3B76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F26D5-A175-EF17-837D-75BD8E37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0AE8-2F67-37DD-393F-FE5E5737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471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EA79-E914-8EA9-CA6D-E1F777DD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A893F-2316-7D3E-F0FA-8942164E2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9877-34E9-9077-51AF-559135128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8FC36-51EA-E002-6EE4-57C88084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9194D-7200-E650-FEFB-7E6E4092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83110-D5C5-FAAF-3157-3D99CED9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782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8FAD-8FA3-7C58-1EBD-0E0433B6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B217F7-C4E9-D73D-39D5-665A79038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5272C-E281-BB88-5F08-1ED095E63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EB7FD-D315-4F3E-2893-EAA4FF1D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52845-167C-DC09-5797-0B69F2B1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19F9-B9A5-A5B7-8A5C-73B1D427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140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4DFC-C864-8E10-387A-4518F130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0D61-023E-4F65-C043-09BE81246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C8EB5-6263-0C94-83F8-92232D52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66685-35F2-3F6E-3333-BD45532A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BC463-ADE8-C707-6E31-82A0B1A6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64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3293D-6CB7-9B14-2B9B-BEFE1799A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368C0-4E32-C96C-90AB-9D11A853E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7617-E80C-67DD-3059-83E60A6F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37440-7EC5-F330-49C8-3FFF174B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B207-9013-9EFC-205E-D1CC57F9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18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917103-640C-A7E4-F5BA-A9F27CA5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8FFDE-2818-D030-79FA-5215E457F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37C5-3B65-E9D8-D172-D716E3A38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2FFA7-4566-9D49-8CAB-88AB5A9D2CA1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D035-0FB4-7FC0-6207-189768C98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9856-DA4B-A1C9-A9F3-5A63958EE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803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4.png"/><Relationship Id="rId18" Type="http://schemas.openxmlformats.org/officeDocument/2006/relationships/image" Target="../media/image30.png"/><Relationship Id="rId26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image" Target="../media/image27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5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24" Type="http://schemas.openxmlformats.org/officeDocument/2006/relationships/image" Target="../media/image28.png"/><Relationship Id="rId32" Type="http://schemas.openxmlformats.org/officeDocument/2006/relationships/image" Target="../media/image41.svg"/><Relationship Id="rId5" Type="http://schemas.openxmlformats.org/officeDocument/2006/relationships/image" Target="../media/image24.png"/><Relationship Id="rId15" Type="http://schemas.openxmlformats.org/officeDocument/2006/relationships/image" Target="../media/image2.png"/><Relationship Id="rId23" Type="http://schemas.openxmlformats.org/officeDocument/2006/relationships/image" Target="../media/image34.png"/><Relationship Id="rId28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31.png"/><Relationship Id="rId31" Type="http://schemas.openxmlformats.org/officeDocument/2006/relationships/image" Target="../media/image4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3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png"/><Relationship Id="rId18" Type="http://schemas.openxmlformats.org/officeDocument/2006/relationships/image" Target="../media/image46.png"/><Relationship Id="rId26" Type="http://schemas.openxmlformats.org/officeDocument/2006/relationships/image" Target="../media/image52.png"/><Relationship Id="rId3" Type="http://schemas.openxmlformats.org/officeDocument/2006/relationships/image" Target="../media/image39.png"/><Relationship Id="rId21" Type="http://schemas.openxmlformats.org/officeDocument/2006/relationships/image" Target="../media/image49.png"/><Relationship Id="rId7" Type="http://schemas.openxmlformats.org/officeDocument/2006/relationships/image" Target="../media/image42.png"/><Relationship Id="rId12" Type="http://schemas.openxmlformats.org/officeDocument/2006/relationships/image" Target="../media/image1.png"/><Relationship Id="rId17" Type="http://schemas.openxmlformats.org/officeDocument/2006/relationships/image" Target="../media/image45.png"/><Relationship Id="rId25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48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14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5" Type="http://schemas.openxmlformats.org/officeDocument/2006/relationships/image" Target="../media/image6.png"/><Relationship Id="rId15" Type="http://schemas.openxmlformats.org/officeDocument/2006/relationships/image" Target="../media/image44.png"/><Relationship Id="rId23" Type="http://schemas.openxmlformats.org/officeDocument/2006/relationships/image" Target="../media/image36.png"/><Relationship Id="rId28" Type="http://schemas.openxmlformats.org/officeDocument/2006/relationships/image" Target="../media/image54.png"/><Relationship Id="rId10" Type="http://schemas.openxmlformats.org/officeDocument/2006/relationships/image" Target="../media/image12.png"/><Relationship Id="rId19" Type="http://schemas.openxmlformats.org/officeDocument/2006/relationships/image" Target="../media/image47.png"/><Relationship Id="rId31" Type="http://schemas.openxmlformats.org/officeDocument/2006/relationships/image" Target="../media/image57.png"/><Relationship Id="rId4" Type="http://schemas.openxmlformats.org/officeDocument/2006/relationships/image" Target="../media/image400.png"/><Relationship Id="rId9" Type="http://schemas.openxmlformats.org/officeDocument/2006/relationships/image" Target="../media/image11.png"/><Relationship Id="rId14" Type="http://schemas.openxmlformats.org/officeDocument/2006/relationships/image" Target="../media/image43.png"/><Relationship Id="rId22" Type="http://schemas.openxmlformats.org/officeDocument/2006/relationships/image" Target="../media/image35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47" Type="http://schemas.openxmlformats.org/officeDocument/2006/relationships/image" Target="../media/image84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24" Type="http://schemas.openxmlformats.org/officeDocument/2006/relationships/image" Target="../media/image65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2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6.png"/><Relationship Id="rId10" Type="http://schemas.openxmlformats.org/officeDocument/2006/relationships/image" Target="../media/image10.png"/><Relationship Id="rId31" Type="http://schemas.openxmlformats.org/officeDocument/2006/relationships/image" Target="../media/image70.png"/><Relationship Id="rId44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4" Type="http://schemas.openxmlformats.org/officeDocument/2006/relationships/image" Target="../media/image63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12" Type="http://schemas.openxmlformats.org/officeDocument/2006/relationships/image" Target="../media/image1.pn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3.png"/><Relationship Id="rId41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47" Type="http://schemas.openxmlformats.org/officeDocument/2006/relationships/image" Target="../media/image84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24" Type="http://schemas.openxmlformats.org/officeDocument/2006/relationships/image" Target="../media/image65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2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6.png"/><Relationship Id="rId10" Type="http://schemas.openxmlformats.org/officeDocument/2006/relationships/image" Target="../media/image10.png"/><Relationship Id="rId31" Type="http://schemas.openxmlformats.org/officeDocument/2006/relationships/image" Target="../media/image90.png"/><Relationship Id="rId44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20.png"/><Relationship Id="rId14" Type="http://schemas.openxmlformats.org/officeDocument/2006/relationships/image" Target="../media/image87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89.png"/><Relationship Id="rId35" Type="http://schemas.openxmlformats.org/officeDocument/2006/relationships/image" Target="../media/image74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12" Type="http://schemas.openxmlformats.org/officeDocument/2006/relationships/image" Target="../media/image1.pn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3.png"/><Relationship Id="rId41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95.png"/><Relationship Id="rId42" Type="http://schemas.openxmlformats.org/officeDocument/2006/relationships/image" Target="../media/image98.png"/><Relationship Id="rId50" Type="http://schemas.openxmlformats.org/officeDocument/2006/relationships/image" Target="../media/image10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24" Type="http://schemas.openxmlformats.org/officeDocument/2006/relationships/image" Target="../media/image65.png"/><Relationship Id="rId32" Type="http://schemas.openxmlformats.org/officeDocument/2006/relationships/image" Target="../media/image14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99.png"/><Relationship Id="rId53" Type="http://schemas.openxmlformats.org/officeDocument/2006/relationships/image" Target="../media/image103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97.png"/><Relationship Id="rId49" Type="http://schemas.openxmlformats.org/officeDocument/2006/relationships/image" Target="../media/image86.png"/><Relationship Id="rId10" Type="http://schemas.openxmlformats.org/officeDocument/2006/relationships/image" Target="../media/image2.png"/><Relationship Id="rId31" Type="http://schemas.openxmlformats.org/officeDocument/2006/relationships/image" Target="../media/image94.png"/><Relationship Id="rId44" Type="http://schemas.openxmlformats.org/officeDocument/2006/relationships/image" Target="../media/image12.png"/><Relationship Id="rId52" Type="http://schemas.openxmlformats.org/officeDocument/2006/relationships/image" Target="../media/image10.png"/><Relationship Id="rId4" Type="http://schemas.openxmlformats.org/officeDocument/2006/relationships/image" Target="../media/image59.png"/><Relationship Id="rId9" Type="http://schemas.openxmlformats.org/officeDocument/2006/relationships/image" Target="../media/image1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93.png"/><Relationship Id="rId35" Type="http://schemas.openxmlformats.org/officeDocument/2006/relationships/image" Target="../media/image96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51" Type="http://schemas.openxmlformats.org/officeDocument/2006/relationships/image" Target="../media/image102.png"/><Relationship Id="rId3" Type="http://schemas.openxmlformats.org/officeDocument/2006/relationships/image" Target="../media/image3.png"/><Relationship Id="rId25" Type="http://schemas.openxmlformats.org/officeDocument/2006/relationships/image" Target="../media/image66.png"/><Relationship Id="rId33" Type="http://schemas.openxmlformats.org/officeDocument/2006/relationships/image" Target="../media/image71.png"/><Relationship Id="rId38" Type="http://schemas.openxmlformats.org/officeDocument/2006/relationships/image" Target="../media/image77.png"/><Relationship Id="rId46" Type="http://schemas.openxmlformats.org/officeDocument/2006/relationships/image" Target="../media/image100.png"/><Relationship Id="rId41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107.png"/><Relationship Id="rId42" Type="http://schemas.openxmlformats.org/officeDocument/2006/relationships/image" Target="../media/image111.png"/><Relationship Id="rId47" Type="http://schemas.openxmlformats.org/officeDocument/2006/relationships/image" Target="../media/image114.png"/><Relationship Id="rId50" Type="http://schemas.openxmlformats.org/officeDocument/2006/relationships/image" Target="../media/image10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24" Type="http://schemas.openxmlformats.org/officeDocument/2006/relationships/image" Target="../media/image104.png"/><Relationship Id="rId32" Type="http://schemas.openxmlformats.org/officeDocument/2006/relationships/image" Target="../media/image14.png"/><Relationship Id="rId37" Type="http://schemas.openxmlformats.org/officeDocument/2006/relationships/image" Target="../media/image110.png"/><Relationship Id="rId40" Type="http://schemas.openxmlformats.org/officeDocument/2006/relationships/image" Target="../media/image79.png"/><Relationship Id="rId45" Type="http://schemas.openxmlformats.org/officeDocument/2006/relationships/image" Target="../media/image112.png"/><Relationship Id="rId53" Type="http://schemas.openxmlformats.org/officeDocument/2006/relationships/image" Target="../media/image117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106.png"/><Relationship Id="rId36" Type="http://schemas.openxmlformats.org/officeDocument/2006/relationships/image" Target="../media/image109.png"/><Relationship Id="rId10" Type="http://schemas.openxmlformats.org/officeDocument/2006/relationships/image" Target="../media/image2.png"/><Relationship Id="rId31" Type="http://schemas.openxmlformats.org/officeDocument/2006/relationships/image" Target="../media/image94.png"/><Relationship Id="rId44" Type="http://schemas.openxmlformats.org/officeDocument/2006/relationships/image" Target="../media/image12.png"/><Relationship Id="rId52" Type="http://schemas.openxmlformats.org/officeDocument/2006/relationships/image" Target="../media/image10.png"/><Relationship Id="rId4" Type="http://schemas.openxmlformats.org/officeDocument/2006/relationships/image" Target="../media/image59.png"/><Relationship Id="rId9" Type="http://schemas.openxmlformats.org/officeDocument/2006/relationships/image" Target="../media/image1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93.png"/><Relationship Id="rId35" Type="http://schemas.openxmlformats.org/officeDocument/2006/relationships/image" Target="../media/image108.png"/><Relationship Id="rId43" Type="http://schemas.openxmlformats.org/officeDocument/2006/relationships/image" Target="../media/image11.png"/><Relationship Id="rId48" Type="http://schemas.openxmlformats.org/officeDocument/2006/relationships/image" Target="../media/image115.png"/><Relationship Id="rId8" Type="http://schemas.openxmlformats.org/officeDocument/2006/relationships/image" Target="../media/image61.png"/><Relationship Id="rId51" Type="http://schemas.openxmlformats.org/officeDocument/2006/relationships/image" Target="../media/image116.png"/><Relationship Id="rId3" Type="http://schemas.openxmlformats.org/officeDocument/2006/relationships/image" Target="../media/image3.png"/><Relationship Id="rId25" Type="http://schemas.openxmlformats.org/officeDocument/2006/relationships/image" Target="../media/image105.png"/><Relationship Id="rId33" Type="http://schemas.openxmlformats.org/officeDocument/2006/relationships/image" Target="../media/image71.png"/><Relationship Id="rId38" Type="http://schemas.openxmlformats.org/officeDocument/2006/relationships/image" Target="../media/image77.png"/><Relationship Id="rId46" Type="http://schemas.openxmlformats.org/officeDocument/2006/relationships/image" Target="../media/image113.png"/><Relationship Id="rId4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6A05-D83D-3508-2CF6-11C5FF919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79160-E70B-20B3-D62F-7750C156D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159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Rounded Rectangle 1130">
            <a:extLst>
              <a:ext uri="{FF2B5EF4-FFF2-40B4-BE49-F238E27FC236}">
                <a16:creationId xmlns:a16="http://schemas.microsoft.com/office/drawing/2014/main" id="{4B8BD437-DFC0-E957-A5DC-8544BD2CADDD}"/>
              </a:ext>
            </a:extLst>
          </p:cNvPr>
          <p:cNvSpPr/>
          <p:nvPr/>
        </p:nvSpPr>
        <p:spPr>
          <a:xfrm>
            <a:off x="111094" y="4436446"/>
            <a:ext cx="7716853" cy="1872133"/>
          </a:xfrm>
          <a:prstGeom prst="roundRect">
            <a:avLst>
              <a:gd name="adj" fmla="val 8677"/>
            </a:avLst>
          </a:prstGeom>
          <a:solidFill>
            <a:schemeClr val="accent2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17" name="Rounded Rectangle 1116">
            <a:extLst>
              <a:ext uri="{FF2B5EF4-FFF2-40B4-BE49-F238E27FC236}">
                <a16:creationId xmlns:a16="http://schemas.microsoft.com/office/drawing/2014/main" id="{5671663A-4198-1F41-B59C-19058927F36A}"/>
              </a:ext>
            </a:extLst>
          </p:cNvPr>
          <p:cNvSpPr/>
          <p:nvPr/>
        </p:nvSpPr>
        <p:spPr>
          <a:xfrm>
            <a:off x="111094" y="2442609"/>
            <a:ext cx="7716853" cy="1925141"/>
          </a:xfrm>
          <a:prstGeom prst="roundRect">
            <a:avLst>
              <a:gd name="adj" fmla="val 8677"/>
            </a:avLst>
          </a:prstGeom>
          <a:solidFill>
            <a:schemeClr val="accent6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5" name="Rounded Rectangle 1114">
            <a:extLst>
              <a:ext uri="{FF2B5EF4-FFF2-40B4-BE49-F238E27FC236}">
                <a16:creationId xmlns:a16="http://schemas.microsoft.com/office/drawing/2014/main" id="{57B52AC0-1DF5-404F-A5E1-E3F9BC5DA61C}"/>
              </a:ext>
            </a:extLst>
          </p:cNvPr>
          <p:cNvSpPr/>
          <p:nvPr/>
        </p:nvSpPr>
        <p:spPr>
          <a:xfrm>
            <a:off x="111095" y="257635"/>
            <a:ext cx="7716853" cy="2128980"/>
          </a:xfrm>
          <a:prstGeom prst="roundRect">
            <a:avLst>
              <a:gd name="adj" fmla="val 8677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D4ACD643-8DC8-5282-5013-3EF61A9B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8" y="549421"/>
            <a:ext cx="682714" cy="682714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136FFB20-2B03-59B7-3614-EC1926C5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12" y="1486934"/>
            <a:ext cx="581796" cy="581796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8F358612-C7DB-5521-3F83-210BA1D048E0}"/>
              </a:ext>
            </a:extLst>
          </p:cNvPr>
          <p:cNvSpPr txBox="1"/>
          <p:nvPr/>
        </p:nvSpPr>
        <p:spPr>
          <a:xfrm>
            <a:off x="430613" y="1133893"/>
            <a:ext cx="71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agent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C22BB21-6233-B260-5522-BAF6A50B0F16}"/>
              </a:ext>
            </a:extLst>
          </p:cNvPr>
          <p:cNvSpPr txBox="1"/>
          <p:nvPr/>
        </p:nvSpPr>
        <p:spPr>
          <a:xfrm>
            <a:off x="63793" y="2017282"/>
            <a:ext cx="1391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environment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0903D99-33A0-793A-67F2-3DAA4071D434}"/>
              </a:ext>
            </a:extLst>
          </p:cNvPr>
          <p:cNvGrpSpPr/>
          <p:nvPr/>
        </p:nvGrpSpPr>
        <p:grpSpPr>
          <a:xfrm>
            <a:off x="1681118" y="651620"/>
            <a:ext cx="1803972" cy="572331"/>
            <a:chOff x="4350760" y="1683759"/>
            <a:chExt cx="1803972" cy="572331"/>
          </a:xfrm>
        </p:grpSpPr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539A6E75-43B7-7C36-F501-2D330F0590A2}"/>
                </a:ext>
              </a:extLst>
            </p:cNvPr>
            <p:cNvSpPr/>
            <p:nvPr/>
          </p:nvSpPr>
          <p:spPr>
            <a:xfrm>
              <a:off x="4350760" y="1683759"/>
              <a:ext cx="1803972" cy="5723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6BD2CBA2-F184-AE6D-63FA-DD69D578A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6364" y="1773219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92E4F97E-EDD4-09AD-49B2-A2D47B57A517}"/>
                    </a:ext>
                  </a:extLst>
                </p:cNvPr>
                <p:cNvSpPr txBox="1"/>
                <p:nvPr/>
              </p:nvSpPr>
              <p:spPr>
                <a:xfrm>
                  <a:off x="4852324" y="1785258"/>
                  <a:ext cx="1302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dirty="0"/>
                    <a:t>Optimizer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92E4F97E-EDD4-09AD-49B2-A2D47B57A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2324" y="1785258"/>
                  <a:ext cx="130240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885" t="-6667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29C09BB-D51A-C529-C114-B2EB8610D3E7}"/>
              </a:ext>
            </a:extLst>
          </p:cNvPr>
          <p:cNvGrpSpPr/>
          <p:nvPr/>
        </p:nvGrpSpPr>
        <p:grpSpPr>
          <a:xfrm>
            <a:off x="1681118" y="1582673"/>
            <a:ext cx="1837269" cy="572331"/>
            <a:chOff x="9350664" y="2256090"/>
            <a:chExt cx="1837269" cy="572331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895816F4-D8EE-B8BE-8329-54CB1D216691}"/>
                </a:ext>
              </a:extLst>
            </p:cNvPr>
            <p:cNvGrpSpPr/>
            <p:nvPr/>
          </p:nvGrpSpPr>
          <p:grpSpPr>
            <a:xfrm>
              <a:off x="9350664" y="2256090"/>
              <a:ext cx="1837269" cy="572331"/>
              <a:chOff x="4350760" y="1683759"/>
              <a:chExt cx="1837269" cy="572331"/>
            </a:xfrm>
          </p:grpSpPr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AB6B3654-A4D6-6066-2587-B73B8B31A224}"/>
                  </a:ext>
                </a:extLst>
              </p:cNvPr>
              <p:cNvSpPr/>
              <p:nvPr/>
            </p:nvSpPr>
            <p:spPr>
              <a:xfrm>
                <a:off x="4350760" y="1683759"/>
                <a:ext cx="1803972" cy="57233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6ACF77EB-FB33-FD04-A140-58311430BDD7}"/>
                      </a:ext>
                    </a:extLst>
                  </p:cNvPr>
                  <p:cNvSpPr txBox="1"/>
                  <p:nvPr/>
                </p:nvSpPr>
                <p:spPr>
                  <a:xfrm>
                    <a:off x="4771936" y="1785256"/>
                    <a:ext cx="141609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6ACF77EB-FB33-FD04-A140-58311430BD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1936" y="1785256"/>
                    <a:ext cx="141609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571"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10A4E40A-1D39-999F-E840-A489EDD0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91784" y="2315909"/>
              <a:ext cx="452689" cy="452689"/>
            </a:xfrm>
            <a:prstGeom prst="rect">
              <a:avLst/>
            </a:prstGeom>
          </p:spPr>
        </p:pic>
      </p:grp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E02D5072-047D-0D78-417E-EEFB9C3DE230}"/>
              </a:ext>
            </a:extLst>
          </p:cNvPr>
          <p:cNvCxnSpPr>
            <a:cxnSpLocks/>
            <a:endCxn id="176" idx="1"/>
          </p:cNvCxnSpPr>
          <p:nvPr/>
        </p:nvCxnSpPr>
        <p:spPr>
          <a:xfrm flipV="1">
            <a:off x="1162342" y="937786"/>
            <a:ext cx="518776" cy="5033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6A815CA9-23E2-A0F5-6749-455C1C2EBD35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1162342" y="1441158"/>
            <a:ext cx="518776" cy="4276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BE322B2F-6C27-8862-E0E2-70E23BB28562}"/>
                  </a:ext>
                </a:extLst>
              </p:cNvPr>
              <p:cNvSpPr txBox="1"/>
              <p:nvPr/>
            </p:nvSpPr>
            <p:spPr>
              <a:xfrm>
                <a:off x="5162991" y="1739432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BE322B2F-6C27-8862-E0E2-70E23BB2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991" y="1739432"/>
                <a:ext cx="2808141" cy="307777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9" name="Elbow Connector 1028">
            <a:extLst>
              <a:ext uri="{FF2B5EF4-FFF2-40B4-BE49-F238E27FC236}">
                <a16:creationId xmlns:a16="http://schemas.microsoft.com/office/drawing/2014/main" id="{A9487BAA-A8CF-E5BF-F9DF-A15C87CBABC6}"/>
              </a:ext>
            </a:extLst>
          </p:cNvPr>
          <p:cNvCxnSpPr>
            <a:cxnSpLocks/>
            <a:stCxn id="176" idx="3"/>
            <a:endCxn id="1140" idx="1"/>
          </p:cNvCxnSpPr>
          <p:nvPr/>
        </p:nvCxnSpPr>
        <p:spPr>
          <a:xfrm>
            <a:off x="3485090" y="937786"/>
            <a:ext cx="1413754" cy="506703"/>
          </a:xfrm>
          <a:prstGeom prst="bentConnector3">
            <a:avLst>
              <a:gd name="adj1" fmla="val 5785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2423EEFA-446E-C3CA-E9A5-438A517D4E49}"/>
              </a:ext>
            </a:extLst>
          </p:cNvPr>
          <p:cNvCxnSpPr>
            <a:cxnSpLocks/>
            <a:stCxn id="183" idx="3"/>
            <a:endCxn id="1140" idx="1"/>
          </p:cNvCxnSpPr>
          <p:nvPr/>
        </p:nvCxnSpPr>
        <p:spPr>
          <a:xfrm flipV="1">
            <a:off x="3518387" y="1444489"/>
            <a:ext cx="1380457" cy="424347"/>
          </a:xfrm>
          <a:prstGeom prst="bentConnector3">
            <a:avLst>
              <a:gd name="adj1" fmla="val 568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916142BC-D362-C641-4DA3-B184BFA2A853}"/>
                  </a:ext>
                </a:extLst>
              </p:cNvPr>
              <p:cNvSpPr txBox="1"/>
              <p:nvPr/>
            </p:nvSpPr>
            <p:spPr>
              <a:xfrm>
                <a:off x="3412785" y="605908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916142BC-D362-C641-4DA3-B184BFA2A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85" y="605908"/>
                <a:ext cx="10633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64971F25-B06A-6C24-D90A-C2E2C600AAE1}"/>
                  </a:ext>
                </a:extLst>
              </p:cNvPr>
              <p:cNvSpPr txBox="1"/>
              <p:nvPr/>
            </p:nvSpPr>
            <p:spPr>
              <a:xfrm>
                <a:off x="3404405" y="1812409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64971F25-B06A-6C24-D90A-C2E2C600A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05" y="1812409"/>
                <a:ext cx="106330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" name="TextBox 1047">
            <a:extLst>
              <a:ext uri="{FF2B5EF4-FFF2-40B4-BE49-F238E27FC236}">
                <a16:creationId xmlns:a16="http://schemas.microsoft.com/office/drawing/2014/main" id="{DA2513BC-E8A8-92EA-7795-7D967E0D4892}"/>
              </a:ext>
            </a:extLst>
          </p:cNvPr>
          <p:cNvSpPr txBox="1"/>
          <p:nvPr/>
        </p:nvSpPr>
        <p:spPr>
          <a:xfrm>
            <a:off x="103706" y="3752506"/>
            <a:ext cx="106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text</a:t>
            </a:r>
            <a:endParaRPr lang="en-CN" dirty="0"/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1B63534E-29E7-15D2-A937-32ED53A308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951" y="3197356"/>
            <a:ext cx="452689" cy="452689"/>
          </a:xfrm>
          <a:prstGeom prst="rect">
            <a:avLst/>
          </a:prstGeom>
        </p:spPr>
      </p:pic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59DE0B92-C356-ACFA-A254-1D91D98E90FE}"/>
              </a:ext>
            </a:extLst>
          </p:cNvPr>
          <p:cNvGrpSpPr/>
          <p:nvPr/>
        </p:nvGrpSpPr>
        <p:grpSpPr>
          <a:xfrm>
            <a:off x="1662721" y="2725250"/>
            <a:ext cx="2720080" cy="585727"/>
            <a:chOff x="3576745" y="3348322"/>
            <a:chExt cx="2720080" cy="585727"/>
          </a:xfrm>
        </p:grpSpPr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4F4DC79C-DDC1-7B40-E332-2384DD154782}"/>
                </a:ext>
              </a:extLst>
            </p:cNvPr>
            <p:cNvGrpSpPr/>
            <p:nvPr/>
          </p:nvGrpSpPr>
          <p:grpSpPr>
            <a:xfrm>
              <a:off x="3576745" y="3348322"/>
              <a:ext cx="2720080" cy="585727"/>
              <a:chOff x="4350759" y="1670363"/>
              <a:chExt cx="2720080" cy="585727"/>
            </a:xfrm>
          </p:grpSpPr>
          <p:sp>
            <p:nvSpPr>
              <p:cNvPr id="1055" name="Rounded Rectangle 1054">
                <a:extLst>
                  <a:ext uri="{FF2B5EF4-FFF2-40B4-BE49-F238E27FC236}">
                    <a16:creationId xmlns:a16="http://schemas.microsoft.com/office/drawing/2014/main" id="{F2D7F467-26FF-65A9-2179-2EF63BD35BF1}"/>
                  </a:ext>
                </a:extLst>
              </p:cNvPr>
              <p:cNvSpPr/>
              <p:nvPr/>
            </p:nvSpPr>
            <p:spPr>
              <a:xfrm>
                <a:off x="4350759" y="1683759"/>
                <a:ext cx="2720080" cy="57233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56" name="TextBox 1055">
                <a:extLst>
                  <a:ext uri="{FF2B5EF4-FFF2-40B4-BE49-F238E27FC236}">
                    <a16:creationId xmlns:a16="http://schemas.microsoft.com/office/drawing/2014/main" id="{3D175098-42A7-F7D4-15E5-8143F43821EB}"/>
                  </a:ext>
                </a:extLst>
              </p:cNvPr>
              <p:cNvSpPr txBox="1"/>
              <p:nvPr/>
            </p:nvSpPr>
            <p:spPr>
              <a:xfrm>
                <a:off x="4771935" y="1670363"/>
                <a:ext cx="1824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Universal Feature</a:t>
                </a:r>
                <a:endParaRPr lang="en-CN" dirty="0"/>
              </a:p>
            </p:txBody>
          </p:sp>
        </p:grpSp>
        <p:pic>
          <p:nvPicPr>
            <p:cNvPr id="1051" name="Picture 1050">
              <a:extLst>
                <a:ext uri="{FF2B5EF4-FFF2-40B4-BE49-F238E27FC236}">
                  <a16:creationId xmlns:a16="http://schemas.microsoft.com/office/drawing/2014/main" id="{8D4026A1-2DD5-3FB0-4629-5F91641CF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02384" y="3429000"/>
              <a:ext cx="435599" cy="435599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CF1BDB4E-ACC9-1CBE-283D-48C029AD390A}"/>
                </a:ext>
              </a:extLst>
            </p:cNvPr>
            <p:cNvSpPr txBox="1"/>
            <p:nvPr/>
          </p:nvSpPr>
          <p:spPr>
            <a:xfrm>
              <a:off x="3997921" y="3604930"/>
              <a:ext cx="22293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08CFE45D-0D2A-AB76-590E-A3D6C3296381}"/>
              </a:ext>
            </a:extLst>
          </p:cNvPr>
          <p:cNvGrpSpPr/>
          <p:nvPr/>
        </p:nvGrpSpPr>
        <p:grpSpPr>
          <a:xfrm>
            <a:off x="1662721" y="3600588"/>
            <a:ext cx="2786182" cy="580598"/>
            <a:chOff x="3576745" y="3353451"/>
            <a:chExt cx="2786182" cy="580598"/>
          </a:xfrm>
        </p:grpSpPr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6F0285B5-A685-3EAF-FC25-C47420D61BAA}"/>
                </a:ext>
              </a:extLst>
            </p:cNvPr>
            <p:cNvGrpSpPr/>
            <p:nvPr/>
          </p:nvGrpSpPr>
          <p:grpSpPr>
            <a:xfrm>
              <a:off x="3576745" y="3353451"/>
              <a:ext cx="2786182" cy="580598"/>
              <a:chOff x="4350759" y="1675492"/>
              <a:chExt cx="2786182" cy="580598"/>
            </a:xfrm>
          </p:grpSpPr>
          <p:sp>
            <p:nvSpPr>
              <p:cNvPr id="1064" name="Rounded Rectangle 1063">
                <a:extLst>
                  <a:ext uri="{FF2B5EF4-FFF2-40B4-BE49-F238E27FC236}">
                    <a16:creationId xmlns:a16="http://schemas.microsoft.com/office/drawing/2014/main" id="{58C239BF-2FC2-42D3-6829-D8170B43F5DE}"/>
                  </a:ext>
                </a:extLst>
              </p:cNvPr>
              <p:cNvSpPr/>
              <p:nvPr/>
            </p:nvSpPr>
            <p:spPr>
              <a:xfrm>
                <a:off x="4350759" y="1683759"/>
                <a:ext cx="2720080" cy="57233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1065" name="TextBox 1064">
                <a:extLst>
                  <a:ext uri="{FF2B5EF4-FFF2-40B4-BE49-F238E27FC236}">
                    <a16:creationId xmlns:a16="http://schemas.microsoft.com/office/drawing/2014/main" id="{2328F05E-7DB9-4CAF-29DF-F115F33AB3D5}"/>
                  </a:ext>
                </a:extLst>
              </p:cNvPr>
              <p:cNvSpPr txBox="1"/>
              <p:nvPr/>
            </p:nvSpPr>
            <p:spPr>
              <a:xfrm>
                <a:off x="4771935" y="1675492"/>
                <a:ext cx="2365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LLM Reasoning Feature</a:t>
                </a:r>
                <a:endParaRPr lang="en-CN" dirty="0"/>
              </a:p>
            </p:txBody>
          </p:sp>
        </p:grp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808D22CC-825C-FCF5-B233-362B6F419548}"/>
                </a:ext>
              </a:extLst>
            </p:cNvPr>
            <p:cNvSpPr txBox="1"/>
            <p:nvPr/>
          </p:nvSpPr>
          <p:spPr>
            <a:xfrm>
              <a:off x="3997921" y="3604930"/>
              <a:ext cx="22562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1066" name="Picture 1065">
            <a:extLst>
              <a:ext uri="{FF2B5EF4-FFF2-40B4-BE49-F238E27FC236}">
                <a16:creationId xmlns:a16="http://schemas.microsoft.com/office/drawing/2014/main" id="{3E09CA5F-9C55-F27C-7719-C1CE1557E9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8181" y="3713771"/>
            <a:ext cx="347720" cy="347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C5D4A595-8F04-7898-F9E8-3C70C100B6B9}"/>
                  </a:ext>
                </a:extLst>
              </p:cNvPr>
              <p:cNvSpPr txBox="1"/>
              <p:nvPr/>
            </p:nvSpPr>
            <p:spPr>
              <a:xfrm>
                <a:off x="5161317" y="3762368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C5D4A595-8F04-7898-F9E8-3C70C100B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317" y="3762368"/>
                <a:ext cx="2626296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0F6D795D-490B-4D1A-8C77-AAC690ED01A0}"/>
              </a:ext>
            </a:extLst>
          </p:cNvPr>
          <p:cNvCxnSpPr>
            <a:cxnSpLocks/>
          </p:cNvCxnSpPr>
          <p:nvPr/>
        </p:nvCxnSpPr>
        <p:spPr>
          <a:xfrm flipV="1">
            <a:off x="398329" y="4828376"/>
            <a:ext cx="0" cy="1093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6105FF62-0D60-39E2-5879-C1E9C33CD21F}"/>
              </a:ext>
            </a:extLst>
          </p:cNvPr>
          <p:cNvCxnSpPr>
            <a:cxnSpLocks/>
          </p:cNvCxnSpPr>
          <p:nvPr/>
        </p:nvCxnSpPr>
        <p:spPr>
          <a:xfrm>
            <a:off x="398329" y="5930785"/>
            <a:ext cx="9343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Freeform 1076">
            <a:extLst>
              <a:ext uri="{FF2B5EF4-FFF2-40B4-BE49-F238E27FC236}">
                <a16:creationId xmlns:a16="http://schemas.microsoft.com/office/drawing/2014/main" id="{23F00D53-CA5D-882C-27FA-BFA224A28087}"/>
              </a:ext>
            </a:extLst>
          </p:cNvPr>
          <p:cNvSpPr/>
          <p:nvPr/>
        </p:nvSpPr>
        <p:spPr>
          <a:xfrm>
            <a:off x="478564" y="5050567"/>
            <a:ext cx="700756" cy="871671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4C01A015-B238-7C02-A62C-C06439149DA6}"/>
              </a:ext>
            </a:extLst>
          </p:cNvPr>
          <p:cNvSpPr/>
          <p:nvPr/>
        </p:nvSpPr>
        <p:spPr>
          <a:xfrm>
            <a:off x="527436" y="5725685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1E550A97-9DF5-3035-B8CA-82689B8CF9EF}"/>
              </a:ext>
            </a:extLst>
          </p:cNvPr>
          <p:cNvSpPr/>
          <p:nvPr/>
        </p:nvSpPr>
        <p:spPr>
          <a:xfrm>
            <a:off x="696956" y="5802597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45C05073-9FEA-1831-11F7-FFDC93CD2611}"/>
              </a:ext>
            </a:extLst>
          </p:cNvPr>
          <p:cNvSpPr/>
          <p:nvPr/>
        </p:nvSpPr>
        <p:spPr>
          <a:xfrm>
            <a:off x="784133" y="5640227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ADB8E59A-800E-BA68-6CAB-85437CBB2FEA}"/>
              </a:ext>
            </a:extLst>
          </p:cNvPr>
          <p:cNvSpPr/>
          <p:nvPr/>
        </p:nvSpPr>
        <p:spPr>
          <a:xfrm>
            <a:off x="638372" y="5510614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D9511C7E-F0FD-1D06-92C6-48C3558D1904}"/>
              </a:ext>
            </a:extLst>
          </p:cNvPr>
          <p:cNvSpPr/>
          <p:nvPr/>
        </p:nvSpPr>
        <p:spPr>
          <a:xfrm>
            <a:off x="1038314" y="4943745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1A91E424-709E-08A2-5302-1A351361A96A}"/>
              </a:ext>
            </a:extLst>
          </p:cNvPr>
          <p:cNvSpPr/>
          <p:nvPr/>
        </p:nvSpPr>
        <p:spPr>
          <a:xfrm>
            <a:off x="1038314" y="5107450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9FB9A84B-C6D2-A7F7-0A5F-0A4032281CF9}"/>
              </a:ext>
            </a:extLst>
          </p:cNvPr>
          <p:cNvSpPr/>
          <p:nvPr/>
        </p:nvSpPr>
        <p:spPr>
          <a:xfrm>
            <a:off x="942558" y="5195757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A02097AD-CF32-EAFB-C08F-5A9BCFF109B4}"/>
              </a:ext>
            </a:extLst>
          </p:cNvPr>
          <p:cNvSpPr/>
          <p:nvPr/>
        </p:nvSpPr>
        <p:spPr>
          <a:xfrm>
            <a:off x="846802" y="5043401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AFF6C190-B943-8AE3-2E0B-7A9A971D92D1}"/>
              </a:ext>
            </a:extLst>
          </p:cNvPr>
          <p:cNvSpPr/>
          <p:nvPr/>
        </p:nvSpPr>
        <p:spPr>
          <a:xfrm>
            <a:off x="739685" y="5197136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D7891876-AA21-46EA-AC39-19DC60DDB858}"/>
              </a:ext>
            </a:extLst>
          </p:cNvPr>
          <p:cNvSpPr/>
          <p:nvPr/>
        </p:nvSpPr>
        <p:spPr>
          <a:xfrm>
            <a:off x="899829" y="5383676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04D3C044-9979-2905-57CF-A82E9DDB005D}"/>
              </a:ext>
            </a:extLst>
          </p:cNvPr>
          <p:cNvSpPr txBox="1"/>
          <p:nvPr/>
        </p:nvSpPr>
        <p:spPr>
          <a:xfrm>
            <a:off x="103706" y="5971758"/>
            <a:ext cx="176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feature regularized</a:t>
            </a:r>
          </a:p>
        </p:txBody>
      </p:sp>
      <p:sp>
        <p:nvSpPr>
          <p:cNvPr id="1095" name="Right Arrow 1094">
            <a:extLst>
              <a:ext uri="{FF2B5EF4-FFF2-40B4-BE49-F238E27FC236}">
                <a16:creationId xmlns:a16="http://schemas.microsoft.com/office/drawing/2014/main" id="{3E0BE2A5-2095-21EF-7348-564DA34B6736}"/>
              </a:ext>
            </a:extLst>
          </p:cNvPr>
          <p:cNvSpPr/>
          <p:nvPr/>
        </p:nvSpPr>
        <p:spPr>
          <a:xfrm>
            <a:off x="1435517" y="5332906"/>
            <a:ext cx="391677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118" name="Elbow Connector 1117">
            <a:extLst>
              <a:ext uri="{FF2B5EF4-FFF2-40B4-BE49-F238E27FC236}">
                <a16:creationId xmlns:a16="http://schemas.microsoft.com/office/drawing/2014/main" id="{DBC73268-37D7-B10C-EC5E-1035776DBB81}"/>
              </a:ext>
            </a:extLst>
          </p:cNvPr>
          <p:cNvCxnSpPr>
            <a:cxnSpLocks/>
            <a:stCxn id="1049" idx="3"/>
            <a:endCxn id="1055" idx="1"/>
          </p:cNvCxnSpPr>
          <p:nvPr/>
        </p:nvCxnSpPr>
        <p:spPr>
          <a:xfrm flipV="1">
            <a:off x="853640" y="3024812"/>
            <a:ext cx="809081" cy="3988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Elbow Connector 1120">
            <a:extLst>
              <a:ext uri="{FF2B5EF4-FFF2-40B4-BE49-F238E27FC236}">
                <a16:creationId xmlns:a16="http://schemas.microsoft.com/office/drawing/2014/main" id="{B577450D-F9FB-8A41-20F1-B6013D987258}"/>
              </a:ext>
            </a:extLst>
          </p:cNvPr>
          <p:cNvCxnSpPr>
            <a:cxnSpLocks/>
            <a:stCxn id="1049" idx="3"/>
            <a:endCxn id="1064" idx="1"/>
          </p:cNvCxnSpPr>
          <p:nvPr/>
        </p:nvCxnSpPr>
        <p:spPr>
          <a:xfrm>
            <a:off x="853640" y="3423701"/>
            <a:ext cx="809081" cy="4713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Elbow Connector 1123">
            <a:extLst>
              <a:ext uri="{FF2B5EF4-FFF2-40B4-BE49-F238E27FC236}">
                <a16:creationId xmlns:a16="http://schemas.microsoft.com/office/drawing/2014/main" id="{441296AA-56D1-257D-9D7A-781CDB553CFB}"/>
              </a:ext>
            </a:extLst>
          </p:cNvPr>
          <p:cNvCxnSpPr>
            <a:cxnSpLocks/>
            <a:stCxn id="1055" idx="3"/>
            <a:endCxn id="1143" idx="1"/>
          </p:cNvCxnSpPr>
          <p:nvPr/>
        </p:nvCxnSpPr>
        <p:spPr>
          <a:xfrm>
            <a:off x="4382801" y="3024812"/>
            <a:ext cx="522942" cy="4154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Elbow Connector 1126">
            <a:extLst>
              <a:ext uri="{FF2B5EF4-FFF2-40B4-BE49-F238E27FC236}">
                <a16:creationId xmlns:a16="http://schemas.microsoft.com/office/drawing/2014/main" id="{288B409D-C319-BEE9-9CFD-1009A25E9C3E}"/>
              </a:ext>
            </a:extLst>
          </p:cNvPr>
          <p:cNvCxnSpPr>
            <a:cxnSpLocks/>
            <a:endCxn id="1143" idx="1"/>
          </p:cNvCxnSpPr>
          <p:nvPr/>
        </p:nvCxnSpPr>
        <p:spPr>
          <a:xfrm flipV="1">
            <a:off x="4382801" y="3440223"/>
            <a:ext cx="522942" cy="4846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Elbow Connector 1132">
            <a:extLst>
              <a:ext uri="{FF2B5EF4-FFF2-40B4-BE49-F238E27FC236}">
                <a16:creationId xmlns:a16="http://schemas.microsoft.com/office/drawing/2014/main" id="{E1AE5C53-45A4-3E22-0010-94922DCB3B8F}"/>
              </a:ext>
            </a:extLst>
          </p:cNvPr>
          <p:cNvCxnSpPr>
            <a:cxnSpLocks/>
            <a:stCxn id="1140" idx="2"/>
            <a:endCxn id="1049" idx="0"/>
          </p:cNvCxnSpPr>
          <p:nvPr/>
        </p:nvCxnSpPr>
        <p:spPr>
          <a:xfrm rot="5400000">
            <a:off x="2210055" y="185148"/>
            <a:ext cx="1429449" cy="45949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0" name="Picture 1139">
            <a:extLst>
              <a:ext uri="{FF2B5EF4-FFF2-40B4-BE49-F238E27FC236}">
                <a16:creationId xmlns:a16="http://schemas.microsoft.com/office/drawing/2014/main" id="{8F30B808-0AB1-0489-83F2-D46F40639C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8844" y="1121071"/>
            <a:ext cx="646836" cy="646836"/>
          </a:xfrm>
          <a:prstGeom prst="rect">
            <a:avLst/>
          </a:prstGeom>
        </p:spPr>
      </p:pic>
      <p:pic>
        <p:nvPicPr>
          <p:cNvPr id="1143" name="Picture 1142">
            <a:extLst>
              <a:ext uri="{FF2B5EF4-FFF2-40B4-BE49-F238E27FC236}">
                <a16:creationId xmlns:a16="http://schemas.microsoft.com/office/drawing/2014/main" id="{478CF4B3-7BAA-32D3-CAD6-F139506F76E5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5743" y="3116805"/>
            <a:ext cx="646836" cy="646836"/>
          </a:xfrm>
          <a:prstGeom prst="rect">
            <a:avLst/>
          </a:prstGeom>
        </p:spPr>
      </p:pic>
      <p:sp>
        <p:nvSpPr>
          <p:cNvPr id="1145" name="TextBox 1144">
            <a:extLst>
              <a:ext uri="{FF2B5EF4-FFF2-40B4-BE49-F238E27FC236}">
                <a16:creationId xmlns:a16="http://schemas.microsoft.com/office/drawing/2014/main" id="{0D684906-1950-2899-3941-6AEB4C99607F}"/>
              </a:ext>
            </a:extLst>
          </p:cNvPr>
          <p:cNvSpPr txBox="1"/>
          <p:nvPr/>
        </p:nvSpPr>
        <p:spPr>
          <a:xfrm>
            <a:off x="3682749" y="244703"/>
            <a:ext cx="420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Explore: Signal-Agnostic Data Collection</a:t>
            </a:r>
            <a:endParaRPr lang="en-CN" dirty="0"/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4AF137CD-191B-6FB1-3230-3E748B5B0EBC}"/>
              </a:ext>
            </a:extLst>
          </p:cNvPr>
          <p:cNvSpPr txBox="1"/>
          <p:nvPr/>
        </p:nvSpPr>
        <p:spPr>
          <a:xfrm>
            <a:off x="3833046" y="2423395"/>
            <a:ext cx="40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Reason: Feature Extraction &amp; Merging</a:t>
            </a:r>
            <a:endParaRPr lang="en-CN" dirty="0"/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8D0CB1B9-370E-9A6A-A09F-A98B753CA17D}"/>
              </a:ext>
            </a:extLst>
          </p:cNvPr>
          <p:cNvSpPr txBox="1"/>
          <p:nvPr/>
        </p:nvSpPr>
        <p:spPr>
          <a:xfrm>
            <a:off x="3062644" y="4423744"/>
            <a:ext cx="482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 Learn: Feature Selection &amp; Direction Discovery</a:t>
            </a:r>
            <a:endParaRPr lang="en-CN" dirty="0"/>
          </a:p>
        </p:txBody>
      </p:sp>
      <p:cxnSp>
        <p:nvCxnSpPr>
          <p:cNvPr id="1187" name="Straight Arrow Connector 1186">
            <a:extLst>
              <a:ext uri="{FF2B5EF4-FFF2-40B4-BE49-F238E27FC236}">
                <a16:creationId xmlns:a16="http://schemas.microsoft.com/office/drawing/2014/main" id="{D9F1704B-1CFA-8C2D-0B19-21B72F2E0FA2}"/>
              </a:ext>
            </a:extLst>
          </p:cNvPr>
          <p:cNvCxnSpPr>
            <a:cxnSpLocks/>
          </p:cNvCxnSpPr>
          <p:nvPr/>
        </p:nvCxnSpPr>
        <p:spPr>
          <a:xfrm flipV="1">
            <a:off x="2174927" y="4835501"/>
            <a:ext cx="0" cy="1093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Arrow Connector 1187">
            <a:extLst>
              <a:ext uri="{FF2B5EF4-FFF2-40B4-BE49-F238E27FC236}">
                <a16:creationId xmlns:a16="http://schemas.microsoft.com/office/drawing/2014/main" id="{F69A9B63-7BAC-C852-84D8-F26D0DA93BCD}"/>
              </a:ext>
            </a:extLst>
          </p:cNvPr>
          <p:cNvCxnSpPr>
            <a:cxnSpLocks/>
          </p:cNvCxnSpPr>
          <p:nvPr/>
        </p:nvCxnSpPr>
        <p:spPr>
          <a:xfrm>
            <a:off x="2174927" y="5450796"/>
            <a:ext cx="9343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5926FB50-ABC2-C62F-7C5D-B80AF705B16A}"/>
              </a:ext>
            </a:extLst>
          </p:cNvPr>
          <p:cNvSpPr/>
          <p:nvPr/>
        </p:nvSpPr>
        <p:spPr>
          <a:xfrm>
            <a:off x="2264635" y="5110299"/>
            <a:ext cx="72015" cy="342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EEF42E5C-7C68-CE6C-F95A-7E9CC6F99C62}"/>
              </a:ext>
            </a:extLst>
          </p:cNvPr>
          <p:cNvSpPr/>
          <p:nvPr/>
        </p:nvSpPr>
        <p:spPr>
          <a:xfrm>
            <a:off x="2416437" y="5283594"/>
            <a:ext cx="68356" cy="1672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AD882EA6-819A-1A6D-45A1-C6E65B75DB47}"/>
              </a:ext>
            </a:extLst>
          </p:cNvPr>
          <p:cNvSpPr/>
          <p:nvPr/>
        </p:nvSpPr>
        <p:spPr>
          <a:xfrm>
            <a:off x="2602884" y="5247120"/>
            <a:ext cx="63084" cy="203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CAF111DF-25BF-D180-698B-4ABCDAD7F21F}"/>
              </a:ext>
            </a:extLst>
          </p:cNvPr>
          <p:cNvSpPr/>
          <p:nvPr/>
        </p:nvSpPr>
        <p:spPr>
          <a:xfrm>
            <a:off x="2767641" y="5463887"/>
            <a:ext cx="63084" cy="1384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F25516CE-AFF6-D47E-17D3-BD4355BE24DD}"/>
              </a:ext>
            </a:extLst>
          </p:cNvPr>
          <p:cNvSpPr/>
          <p:nvPr/>
        </p:nvSpPr>
        <p:spPr>
          <a:xfrm>
            <a:off x="2927568" y="5456344"/>
            <a:ext cx="62445" cy="3663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E7A0AEAC-C7F9-D321-D611-4F023575B5C3}"/>
              </a:ext>
            </a:extLst>
          </p:cNvPr>
          <p:cNvSpPr txBox="1"/>
          <p:nvPr/>
        </p:nvSpPr>
        <p:spPr>
          <a:xfrm>
            <a:off x="1938429" y="5970470"/>
            <a:ext cx="1585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feature selection</a:t>
            </a:r>
          </a:p>
        </p:txBody>
      </p:sp>
      <p:pic>
        <p:nvPicPr>
          <p:cNvPr id="1197" name="Picture 1196">
            <a:extLst>
              <a:ext uri="{FF2B5EF4-FFF2-40B4-BE49-F238E27FC236}">
                <a16:creationId xmlns:a16="http://schemas.microsoft.com/office/drawing/2014/main" id="{6D14EA77-4117-7AED-A254-C576B38BAF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8219" y="4940503"/>
            <a:ext cx="121931" cy="121931"/>
          </a:xfrm>
          <a:prstGeom prst="rect">
            <a:avLst/>
          </a:prstGeom>
        </p:spPr>
      </p:pic>
      <p:sp>
        <p:nvSpPr>
          <p:cNvPr id="1200" name="Right Arrow 1199">
            <a:extLst>
              <a:ext uri="{FF2B5EF4-FFF2-40B4-BE49-F238E27FC236}">
                <a16:creationId xmlns:a16="http://schemas.microsoft.com/office/drawing/2014/main" id="{C49CB74B-3D8B-5634-7188-3808E4F4C053}"/>
              </a:ext>
            </a:extLst>
          </p:cNvPr>
          <p:cNvSpPr/>
          <p:nvPr/>
        </p:nvSpPr>
        <p:spPr>
          <a:xfrm>
            <a:off x="3346726" y="5332906"/>
            <a:ext cx="391677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201" name="Left Brace 1200">
            <a:extLst>
              <a:ext uri="{FF2B5EF4-FFF2-40B4-BE49-F238E27FC236}">
                <a16:creationId xmlns:a16="http://schemas.microsoft.com/office/drawing/2014/main" id="{C32B1EEC-9CDC-A77A-E2DE-EBF3F04729EE}"/>
              </a:ext>
            </a:extLst>
          </p:cNvPr>
          <p:cNvSpPr/>
          <p:nvPr/>
        </p:nvSpPr>
        <p:spPr>
          <a:xfrm>
            <a:off x="3776000" y="5013719"/>
            <a:ext cx="164843" cy="92706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7848496D-7623-4ED4-B83B-91465F18C311}"/>
              </a:ext>
            </a:extLst>
          </p:cNvPr>
          <p:cNvSpPr/>
          <p:nvPr/>
        </p:nvSpPr>
        <p:spPr>
          <a:xfrm>
            <a:off x="3998779" y="5080793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6C50031-B965-95C0-3377-826029950551}"/>
                  </a:ext>
                </a:extLst>
              </p:cNvPr>
              <p:cNvSpPr txBox="1"/>
              <p:nvPr/>
            </p:nvSpPr>
            <p:spPr>
              <a:xfrm>
                <a:off x="4138789" y="4990037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6C50031-B965-95C0-3377-826029950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89" y="4990037"/>
                <a:ext cx="1387688" cy="338554"/>
              </a:xfrm>
              <a:prstGeom prst="rect">
                <a:avLst/>
              </a:prstGeom>
              <a:blipFill>
                <a:blip r:embed="rId17"/>
                <a:stretch>
                  <a:fillRect l="-1802" t="-7407" r="-901" b="-2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4" name="TextBox 1203">
            <a:extLst>
              <a:ext uri="{FF2B5EF4-FFF2-40B4-BE49-F238E27FC236}">
                <a16:creationId xmlns:a16="http://schemas.microsoft.com/office/drawing/2014/main" id="{50F7A153-CF70-F9E1-270D-10F510E86499}"/>
              </a:ext>
            </a:extLst>
          </p:cNvPr>
          <p:cNvSpPr txBox="1"/>
          <p:nvPr/>
        </p:nvSpPr>
        <p:spPr>
          <a:xfrm>
            <a:off x="3896206" y="5242036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Decision-Difficult</a:t>
            </a:r>
            <a:endParaRPr lang="en-CN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05" name="Rectangle 1204">
            <a:extLst>
              <a:ext uri="{FF2B5EF4-FFF2-40B4-BE49-F238E27FC236}">
                <a16:creationId xmlns:a16="http://schemas.microsoft.com/office/drawing/2014/main" id="{94829E08-2ACA-78F9-38E9-C74A1BC599A8}"/>
              </a:ext>
            </a:extLst>
          </p:cNvPr>
          <p:cNvSpPr/>
          <p:nvPr/>
        </p:nvSpPr>
        <p:spPr>
          <a:xfrm>
            <a:off x="3998779" y="5583445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74757DBE-B378-A244-864C-CEE9A67447E6}"/>
                  </a:ext>
                </a:extLst>
              </p:cNvPr>
              <p:cNvSpPr txBox="1"/>
              <p:nvPr/>
            </p:nvSpPr>
            <p:spPr>
              <a:xfrm>
                <a:off x="4138789" y="5492689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74757DBE-B378-A244-864C-CEE9A674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89" y="5492689"/>
                <a:ext cx="1312347" cy="338554"/>
              </a:xfrm>
              <a:prstGeom prst="rect">
                <a:avLst/>
              </a:prstGeom>
              <a:blipFill>
                <a:blip r:embed="rId18"/>
                <a:stretch>
                  <a:fillRect l="-1905" t="-3571" r="-952" b="-17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7" name="TextBox 1206">
            <a:extLst>
              <a:ext uri="{FF2B5EF4-FFF2-40B4-BE49-F238E27FC236}">
                <a16:creationId xmlns:a16="http://schemas.microsoft.com/office/drawing/2014/main" id="{474A2DCB-6C74-D49B-5D75-CEF896947612}"/>
              </a:ext>
            </a:extLst>
          </p:cNvPr>
          <p:cNvSpPr txBox="1"/>
          <p:nvPr/>
        </p:nvSpPr>
        <p:spPr>
          <a:xfrm>
            <a:off x="3916386" y="5744688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Information-Poor</a:t>
            </a:r>
            <a:endParaRPr lang="en-CN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08" name="Right Arrow 1207">
            <a:extLst>
              <a:ext uri="{FF2B5EF4-FFF2-40B4-BE49-F238E27FC236}">
                <a16:creationId xmlns:a16="http://schemas.microsoft.com/office/drawing/2014/main" id="{FD058C60-77ED-E748-7766-742BEE9F8A27}"/>
              </a:ext>
            </a:extLst>
          </p:cNvPr>
          <p:cNvSpPr/>
          <p:nvPr/>
        </p:nvSpPr>
        <p:spPr>
          <a:xfrm>
            <a:off x="5543591" y="5332906"/>
            <a:ext cx="271332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209" name="Rounded Rectangle 1208">
            <a:extLst>
              <a:ext uri="{FF2B5EF4-FFF2-40B4-BE49-F238E27FC236}">
                <a16:creationId xmlns:a16="http://schemas.microsoft.com/office/drawing/2014/main" id="{F9D39356-E7A0-6623-B2E0-40E80F7EAD3E}"/>
              </a:ext>
            </a:extLst>
          </p:cNvPr>
          <p:cNvSpPr/>
          <p:nvPr/>
        </p:nvSpPr>
        <p:spPr>
          <a:xfrm>
            <a:off x="5857460" y="5129226"/>
            <a:ext cx="1841330" cy="572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031A97C4-3CAB-91B3-EB91-3D7C1332F99D}"/>
                  </a:ext>
                </a:extLst>
              </p:cNvPr>
              <p:cNvSpPr txBox="1"/>
              <p:nvPr/>
            </p:nvSpPr>
            <p:spPr>
              <a:xfrm>
                <a:off x="5398818" y="5706655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031A97C4-3CAB-91B3-EB91-3D7C1332F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818" y="5706655"/>
                <a:ext cx="2521459" cy="307777"/>
              </a:xfrm>
              <a:prstGeom prst="rect">
                <a:avLst/>
              </a:prstGeom>
              <a:blipFill>
                <a:blip r:embed="rId1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1" name="Rectangle 1210">
            <a:extLst>
              <a:ext uri="{FF2B5EF4-FFF2-40B4-BE49-F238E27FC236}">
                <a16:creationId xmlns:a16="http://schemas.microsoft.com/office/drawing/2014/main" id="{0AE75F92-0398-0CB6-F7A9-2878BD24113C}"/>
              </a:ext>
            </a:extLst>
          </p:cNvPr>
          <p:cNvSpPr/>
          <p:nvPr/>
        </p:nvSpPr>
        <p:spPr>
          <a:xfrm>
            <a:off x="176136" y="4890422"/>
            <a:ext cx="934357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212" name="Elbow Connector 1211">
            <a:extLst>
              <a:ext uri="{FF2B5EF4-FFF2-40B4-BE49-F238E27FC236}">
                <a16:creationId xmlns:a16="http://schemas.microsoft.com/office/drawing/2014/main" id="{90FA8FBD-A6D6-45CC-FDCB-34F647E3349F}"/>
              </a:ext>
            </a:extLst>
          </p:cNvPr>
          <p:cNvCxnSpPr>
            <a:cxnSpLocks/>
            <a:stCxn id="1143" idx="2"/>
            <a:endCxn id="1211" idx="0"/>
          </p:cNvCxnSpPr>
          <p:nvPr/>
        </p:nvCxnSpPr>
        <p:spPr>
          <a:xfrm rot="5400000">
            <a:off x="2372848" y="2034108"/>
            <a:ext cx="1126781" cy="4585846"/>
          </a:xfrm>
          <a:prstGeom prst="bentConnector3">
            <a:avLst>
              <a:gd name="adj1" fmla="val 560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6D8D4A24-F770-1CBC-572D-705F0C7C0E0F}"/>
                  </a:ext>
                </a:extLst>
              </p:cNvPr>
              <p:cNvSpPr txBox="1"/>
              <p:nvPr/>
            </p:nvSpPr>
            <p:spPr>
              <a:xfrm>
                <a:off x="1979702" y="4605152"/>
                <a:ext cx="3382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CN" sz="1200" dirty="0"/>
              </a:p>
            </p:txBody>
          </p:sp>
        </mc:Choice>
        <mc:Fallback xmlns=""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6D8D4A24-F770-1CBC-572D-705F0C7C0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02" y="4605152"/>
                <a:ext cx="338233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8" name="TextBox 1217">
            <a:extLst>
              <a:ext uri="{FF2B5EF4-FFF2-40B4-BE49-F238E27FC236}">
                <a16:creationId xmlns:a16="http://schemas.microsoft.com/office/drawing/2014/main" id="{8306FF84-3612-CC54-B763-5A5323010340}"/>
              </a:ext>
            </a:extLst>
          </p:cNvPr>
          <p:cNvSpPr txBox="1"/>
          <p:nvPr/>
        </p:nvSpPr>
        <p:spPr>
          <a:xfrm>
            <a:off x="2798695" y="5201023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219" name="Left Brace 1218">
            <a:extLst>
              <a:ext uri="{FF2B5EF4-FFF2-40B4-BE49-F238E27FC236}">
                <a16:creationId xmlns:a16="http://schemas.microsoft.com/office/drawing/2014/main" id="{6B48AB0E-862A-0C23-D2DC-BE0939EF2AC4}"/>
              </a:ext>
            </a:extLst>
          </p:cNvPr>
          <p:cNvSpPr/>
          <p:nvPr/>
        </p:nvSpPr>
        <p:spPr>
          <a:xfrm rot="16200000">
            <a:off x="6001704" y="3806952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6C272ECA-6F72-513F-E2D3-7C8EC6A7D49A}"/>
              </a:ext>
            </a:extLst>
          </p:cNvPr>
          <p:cNvSpPr txBox="1"/>
          <p:nvPr/>
        </p:nvSpPr>
        <p:spPr>
          <a:xfrm>
            <a:off x="5448717" y="4126310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677F2B8E-60AE-BDF9-63B2-D5A9CE2257BD}"/>
              </a:ext>
            </a:extLst>
          </p:cNvPr>
          <p:cNvCxnSpPr/>
          <p:nvPr/>
        </p:nvCxnSpPr>
        <p:spPr>
          <a:xfrm>
            <a:off x="2174927" y="5247120"/>
            <a:ext cx="83820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Straight Connector 1222">
            <a:extLst>
              <a:ext uri="{FF2B5EF4-FFF2-40B4-BE49-F238E27FC236}">
                <a16:creationId xmlns:a16="http://schemas.microsoft.com/office/drawing/2014/main" id="{C9E7D5BB-4246-EBA0-5420-DE9592C27B22}"/>
              </a:ext>
            </a:extLst>
          </p:cNvPr>
          <p:cNvCxnSpPr/>
          <p:nvPr/>
        </p:nvCxnSpPr>
        <p:spPr>
          <a:xfrm>
            <a:off x="2192916" y="5610770"/>
            <a:ext cx="83820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0A31F5D3-E7C3-ACDB-7EE3-27A66CF93A0B}"/>
                  </a:ext>
                </a:extLst>
              </p:cNvPr>
              <p:cNvSpPr txBox="1"/>
              <p:nvPr/>
            </p:nvSpPr>
            <p:spPr>
              <a:xfrm>
                <a:off x="2006074" y="5127727"/>
                <a:ext cx="1463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0A31F5D3-E7C3-ACDB-7EE3-27A66CF93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74" y="5127727"/>
                <a:ext cx="146322" cy="215444"/>
              </a:xfrm>
              <a:prstGeom prst="rect">
                <a:avLst/>
              </a:prstGeom>
              <a:blipFill>
                <a:blip r:embed="rId21"/>
                <a:stretch>
                  <a:fillRect l="-23077" r="-23077" b="-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5" name="TextBox 1224">
                <a:extLst>
                  <a:ext uri="{FF2B5EF4-FFF2-40B4-BE49-F238E27FC236}">
                    <a16:creationId xmlns:a16="http://schemas.microsoft.com/office/drawing/2014/main" id="{92C5B3E3-8DBC-1863-0134-130271384AA9}"/>
                  </a:ext>
                </a:extLst>
              </p:cNvPr>
              <p:cNvSpPr txBox="1"/>
              <p:nvPr/>
            </p:nvSpPr>
            <p:spPr>
              <a:xfrm>
                <a:off x="1877136" y="5485782"/>
                <a:ext cx="280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25" name="TextBox 1224">
                <a:extLst>
                  <a:ext uri="{FF2B5EF4-FFF2-40B4-BE49-F238E27FC236}">
                    <a16:creationId xmlns:a16="http://schemas.microsoft.com/office/drawing/2014/main" id="{92C5B3E3-8DBC-1863-0134-130271384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136" y="5485782"/>
                <a:ext cx="280974" cy="215444"/>
              </a:xfrm>
              <a:prstGeom prst="rect">
                <a:avLst/>
              </a:prstGeom>
              <a:blipFill>
                <a:blip r:embed="rId22"/>
                <a:stretch>
                  <a:fillRect r="-13043" b="-117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0" name="Picture 1229">
            <a:extLst>
              <a:ext uri="{FF2B5EF4-FFF2-40B4-BE49-F238E27FC236}">
                <a16:creationId xmlns:a16="http://schemas.microsoft.com/office/drawing/2014/main" id="{1A516D58-A8FB-2C77-163E-517E422B48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7080" y="5861272"/>
            <a:ext cx="121931" cy="121931"/>
          </a:xfrm>
          <a:prstGeom prst="rect">
            <a:avLst/>
          </a:prstGeom>
        </p:spPr>
      </p:pic>
      <p:pic>
        <p:nvPicPr>
          <p:cNvPr id="1233" name="Picture 1232">
            <a:extLst>
              <a:ext uri="{FF2B5EF4-FFF2-40B4-BE49-F238E27FC236}">
                <a16:creationId xmlns:a16="http://schemas.microsoft.com/office/drawing/2014/main" id="{4AABBBCB-DBAC-B5EC-65D4-041E9CDE5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021" y="5226834"/>
            <a:ext cx="405960" cy="405960"/>
          </a:xfrm>
          <a:prstGeom prst="rect">
            <a:avLst/>
          </a:prstGeom>
        </p:spPr>
      </p:pic>
      <p:sp>
        <p:nvSpPr>
          <p:cNvPr id="1234" name="TextBox 1233">
            <a:extLst>
              <a:ext uri="{FF2B5EF4-FFF2-40B4-BE49-F238E27FC236}">
                <a16:creationId xmlns:a16="http://schemas.microsoft.com/office/drawing/2014/main" id="{141EE97E-1052-7BA5-8D00-D104667A705C}"/>
              </a:ext>
            </a:extLst>
          </p:cNvPr>
          <p:cNvSpPr txBox="1"/>
          <p:nvPr/>
        </p:nvSpPr>
        <p:spPr>
          <a:xfrm>
            <a:off x="6213784" y="5252250"/>
            <a:ext cx="1573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dirty="0">
                <a:solidFill>
                  <a:schemeClr val="tx1"/>
                </a:solidFill>
              </a:rPr>
              <a:t>Deployed Gate</a:t>
            </a:r>
          </a:p>
        </p:txBody>
      </p:sp>
      <p:sp>
        <p:nvSpPr>
          <p:cNvPr id="1243" name="Rectangular Callout 1242">
            <a:extLst>
              <a:ext uri="{FF2B5EF4-FFF2-40B4-BE49-F238E27FC236}">
                <a16:creationId xmlns:a16="http://schemas.microsoft.com/office/drawing/2014/main" id="{A83E2399-1944-3940-7C38-CD9F92A55135}"/>
              </a:ext>
            </a:extLst>
          </p:cNvPr>
          <p:cNvSpPr/>
          <p:nvPr/>
        </p:nvSpPr>
        <p:spPr>
          <a:xfrm>
            <a:off x="5579348" y="650816"/>
            <a:ext cx="2026409" cy="1003544"/>
          </a:xfrm>
          <a:prstGeom prst="wedgeRectCallout">
            <a:avLst>
              <a:gd name="adj1" fmla="val -52555"/>
              <a:gd name="adj2" fmla="val 3930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4" name="Rectangular Callout 1243">
            <a:extLst>
              <a:ext uri="{FF2B5EF4-FFF2-40B4-BE49-F238E27FC236}">
                <a16:creationId xmlns:a16="http://schemas.microsoft.com/office/drawing/2014/main" id="{44F08423-E355-5D5F-D796-0DE661084ECF}"/>
              </a:ext>
            </a:extLst>
          </p:cNvPr>
          <p:cNvSpPr/>
          <p:nvPr/>
        </p:nvSpPr>
        <p:spPr>
          <a:xfrm>
            <a:off x="5567241" y="2738647"/>
            <a:ext cx="2032390" cy="983070"/>
          </a:xfrm>
          <a:prstGeom prst="wedgeRectCallout">
            <a:avLst>
              <a:gd name="adj1" fmla="val -52555"/>
              <a:gd name="adj2" fmla="val 382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4AD52218-B052-8015-75F7-2BEB0BF59340}"/>
              </a:ext>
            </a:extLst>
          </p:cNvPr>
          <p:cNvSpPr txBox="1"/>
          <p:nvPr/>
        </p:nvSpPr>
        <p:spPr>
          <a:xfrm>
            <a:off x="5521669" y="2682382"/>
            <a:ext cx="21386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[entropy=0.043, step=3, </a:t>
            </a:r>
            <a:r>
              <a:rPr lang="en-US" sz="1050" dirty="0" err="1"/>
              <a:t>action_ent</a:t>
            </a:r>
            <a:r>
              <a:rPr lang="en-US" sz="1050" dirty="0"/>
              <a:t>=2.31, </a:t>
            </a:r>
            <a:r>
              <a:rPr lang="en-US" sz="1050" dirty="0" err="1"/>
              <a:t>state_len</a:t>
            </a:r>
            <a:r>
              <a:rPr lang="en-US" sz="1050" dirty="0"/>
              <a:t>=412, </a:t>
            </a:r>
            <a:r>
              <a:rPr lang="en-US" sz="1050" dirty="0" err="1"/>
              <a:t>num_avail_actions</a:t>
            </a:r>
            <a:r>
              <a:rPr lang="en-US" sz="1050" dirty="0"/>
              <a:t>=12, </a:t>
            </a:r>
            <a:r>
              <a:rPr lang="en-US" altLang="zh-CN" sz="1050" dirty="0"/>
              <a:t>-0.44</a:t>
            </a:r>
            <a:r>
              <a:rPr lang="en-US" sz="1050" dirty="0"/>
              <a:t>], [entropy=0.012, step=5, </a:t>
            </a:r>
            <a:r>
              <a:rPr lang="en-US" sz="1050" dirty="0" err="1"/>
              <a:t>action_ent</a:t>
            </a:r>
            <a:r>
              <a:rPr lang="en-US" sz="1050" dirty="0"/>
              <a:t>=0.69, </a:t>
            </a:r>
            <a:r>
              <a:rPr lang="en-US" sz="1050" dirty="0" err="1"/>
              <a:t>state_len</a:t>
            </a:r>
            <a:r>
              <a:rPr lang="en-US" sz="1050" dirty="0"/>
              <a:t>=198, </a:t>
            </a:r>
            <a:r>
              <a:rPr lang="en-US" sz="1050" dirty="0" err="1"/>
              <a:t>num_avail_actions</a:t>
            </a:r>
            <a:r>
              <a:rPr lang="en-US" sz="1050" dirty="0"/>
              <a:t>=2,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 </a:t>
            </a:r>
            <a:endParaRPr lang="en-CN" sz="1050" dirty="0"/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C1AFAB43-00BA-043F-1D79-0E538EC39852}"/>
              </a:ext>
            </a:extLst>
          </p:cNvPr>
          <p:cNvSpPr txBox="1"/>
          <p:nvPr/>
        </p:nvSpPr>
        <p:spPr>
          <a:xfrm>
            <a:off x="5526477" y="771863"/>
            <a:ext cx="220826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</a:t>
            </a:r>
            <a:r>
              <a:rPr lang="en-US" sz="1050" dirty="0" err="1"/>
              <a:t>state_text</a:t>
            </a:r>
            <a:r>
              <a:rPr lang="en-US" sz="1050" dirty="0"/>
              <a:t>: </a:t>
            </a:r>
            <a:r>
              <a:rPr lang="en-US" sz="1050" dirty="0">
                <a:effectLst/>
              </a:rPr>
              <a:t>Results Page (Page 1/5) [B07XYZ1] Nike Running Shoes Red Mesh.$85.00. Size 9 ... $72.00. (45 more)</a:t>
            </a:r>
            <a:r>
              <a:rPr lang="en-US" sz="1050" dirty="0"/>
              <a:t>, </a:t>
            </a:r>
            <a:r>
              <a:rPr lang="en-US" sz="1050" dirty="0">
                <a:effectLst/>
              </a:rPr>
              <a:t>action:[Next] [</a:t>
            </a:r>
            <a:r>
              <a:rPr lang="en-US" sz="1050" dirty="0" err="1">
                <a:effectLst/>
              </a:rPr>
              <a:t>Prev</a:t>
            </a:r>
            <a:r>
              <a:rPr lang="en-US" sz="1050" dirty="0">
                <a:effectLst/>
              </a:rPr>
              <a:t>] [Back to Search]”,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</a:t>
            </a:r>
            <a:endParaRPr lang="en-CN" sz="1050" dirty="0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1A5F06A2-2F00-D01F-8DDB-C8A4595B214E}"/>
              </a:ext>
            </a:extLst>
          </p:cNvPr>
          <p:cNvSpPr txBox="1"/>
          <p:nvPr/>
        </p:nvSpPr>
        <p:spPr>
          <a:xfrm>
            <a:off x="5537203" y="607369"/>
            <a:ext cx="1202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050" dirty="0"/>
              <a:t>Webshop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03A486-5D74-1895-0517-3358CCA974F6}"/>
                  </a:ext>
                </a:extLst>
              </p:cNvPr>
              <p:cNvSpPr txBox="1"/>
              <p:nvPr/>
            </p:nvSpPr>
            <p:spPr>
              <a:xfrm>
                <a:off x="4383078" y="3310977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03A486-5D74-1895-0517-3358CCA97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078" y="3310977"/>
                <a:ext cx="253274" cy="276999"/>
              </a:xfrm>
              <a:prstGeom prst="rect">
                <a:avLst/>
              </a:prstGeom>
              <a:blipFill>
                <a:blip r:embed="rId23"/>
                <a:stretch>
                  <a:fillRect l="-28571" r="-23810" b="-2173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76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51D3C4-C5D8-2AEC-909D-64E349D2BBFA}"/>
              </a:ext>
            </a:extLst>
          </p:cNvPr>
          <p:cNvSpPr/>
          <p:nvPr/>
        </p:nvSpPr>
        <p:spPr>
          <a:xfrm>
            <a:off x="1525224" y="4639065"/>
            <a:ext cx="7716853" cy="2028435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969C00-03CC-AD2F-A5E1-D2C2E5992299}"/>
              </a:ext>
            </a:extLst>
          </p:cNvPr>
          <p:cNvSpPr/>
          <p:nvPr/>
        </p:nvSpPr>
        <p:spPr>
          <a:xfrm>
            <a:off x="1525224" y="2639097"/>
            <a:ext cx="7716853" cy="1866877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85FE42-F079-B677-CB81-582DB73F66FC}"/>
              </a:ext>
            </a:extLst>
          </p:cNvPr>
          <p:cNvSpPr/>
          <p:nvPr/>
        </p:nvSpPr>
        <p:spPr>
          <a:xfrm>
            <a:off x="1525225" y="395859"/>
            <a:ext cx="7716853" cy="2128980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64B08C-DD94-488D-F4BB-BDBB27B93E19}"/>
              </a:ext>
            </a:extLst>
          </p:cNvPr>
          <p:cNvGrpSpPr/>
          <p:nvPr/>
        </p:nvGrpSpPr>
        <p:grpSpPr>
          <a:xfrm>
            <a:off x="3095248" y="917611"/>
            <a:ext cx="1803972" cy="496080"/>
            <a:chOff x="4350760" y="1760010"/>
            <a:chExt cx="1803972" cy="496080"/>
          </a:xfrm>
          <a:effectLst/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6CF48A5-7BD4-6543-BB1D-F0A04E6CCB0C}"/>
                </a:ext>
              </a:extLst>
            </p:cNvPr>
            <p:cNvSpPr/>
            <p:nvPr/>
          </p:nvSpPr>
          <p:spPr>
            <a:xfrm>
              <a:off x="4350760" y="1760010"/>
              <a:ext cx="1803972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53B38E-F597-3930-A940-C794D9C4D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4669A2-030F-0489-9344-A591AF1DDF8C}"/>
                    </a:ext>
                  </a:extLst>
                </p:cNvPr>
                <p:cNvSpPr txBox="1"/>
                <p:nvPr/>
              </p:nvSpPr>
              <p:spPr>
                <a:xfrm>
                  <a:off x="4855342" y="1819828"/>
                  <a:ext cx="12006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sz="1400" dirty="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4669A2-030F-0489-9344-A591AF1DDF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5342" y="1819828"/>
                  <a:ext cx="1200650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2105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5411ED-DA3C-AD40-26CC-6CE6A319A745}"/>
              </a:ext>
            </a:extLst>
          </p:cNvPr>
          <p:cNvGrpSpPr/>
          <p:nvPr/>
        </p:nvGrpSpPr>
        <p:grpSpPr>
          <a:xfrm>
            <a:off x="3095248" y="1808022"/>
            <a:ext cx="1803972" cy="485206"/>
            <a:chOff x="9350664" y="2343215"/>
            <a:chExt cx="1803972" cy="48520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DF11E9E-C2BA-E891-1AA7-11D233E45660}"/>
                </a:ext>
              </a:extLst>
            </p:cNvPr>
            <p:cNvGrpSpPr/>
            <p:nvPr/>
          </p:nvGrpSpPr>
          <p:grpSpPr>
            <a:xfrm>
              <a:off x="9350664" y="2343215"/>
              <a:ext cx="1803972" cy="485206"/>
              <a:chOff x="4350760" y="1770884"/>
              <a:chExt cx="1803972" cy="485206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EFB73E0-75D1-D693-0E18-CF0F7337305F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803972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841BBCD-2380-8EDC-AB79-37FEB5A3B249}"/>
                      </a:ext>
                    </a:extLst>
                  </p:cNvPr>
                  <p:cNvSpPr txBox="1"/>
                  <p:nvPr/>
                </p:nvSpPr>
                <p:spPr>
                  <a:xfrm>
                    <a:off x="4836190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841BBCD-2380-8EDC-AB79-37FEB5A3B2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6190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74B5FC-23AB-1720-B242-1A5ACDB03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21E97-22ED-9033-0E14-5702DE0CE5F4}"/>
                  </a:ext>
                </a:extLst>
              </p:cNvPr>
              <p:cNvSpPr txBox="1"/>
              <p:nvPr/>
            </p:nvSpPr>
            <p:spPr>
              <a:xfrm>
                <a:off x="4826915" y="744132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21E97-22ED-9033-0E14-5702DE0CE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5" y="744132"/>
                <a:ext cx="10633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6FC169-B85D-E5EF-E3EE-DCC2C9D90661}"/>
                  </a:ext>
                </a:extLst>
              </p:cNvPr>
              <p:cNvSpPr txBox="1"/>
              <p:nvPr/>
            </p:nvSpPr>
            <p:spPr>
              <a:xfrm>
                <a:off x="4870051" y="2002522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6FC169-B85D-E5EF-E3EE-DCC2C9D9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051" y="2002522"/>
                <a:ext cx="10633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F895F966-FCB8-AFA9-E5D2-C0C758F494DC}"/>
              </a:ext>
            </a:extLst>
          </p:cNvPr>
          <p:cNvSpPr txBox="1"/>
          <p:nvPr/>
        </p:nvSpPr>
        <p:spPr>
          <a:xfrm>
            <a:off x="1544421" y="3916041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state text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36737B9-0C72-74D8-56A7-AB035AAD1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1734" y="3412785"/>
            <a:ext cx="452689" cy="4526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A5FA87D-507B-D5E5-2F67-8EC73D89C880}"/>
              </a:ext>
            </a:extLst>
          </p:cNvPr>
          <p:cNvGrpSpPr/>
          <p:nvPr/>
        </p:nvGrpSpPr>
        <p:grpSpPr>
          <a:xfrm>
            <a:off x="2895777" y="3075201"/>
            <a:ext cx="2517132" cy="502731"/>
            <a:chOff x="3576745" y="3431318"/>
            <a:chExt cx="2517132" cy="50273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BFF5082-503A-089F-ECEB-76AC8174B4D4}"/>
                </a:ext>
              </a:extLst>
            </p:cNvPr>
            <p:cNvGrpSpPr/>
            <p:nvPr/>
          </p:nvGrpSpPr>
          <p:grpSpPr>
            <a:xfrm>
              <a:off x="3576745" y="3431318"/>
              <a:ext cx="2517132" cy="502731"/>
              <a:chOff x="4350759" y="1753359"/>
              <a:chExt cx="2517132" cy="502731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337025D2-6449-46CE-7FB8-25FE8B4161D8}"/>
                  </a:ext>
                </a:extLst>
              </p:cNvPr>
              <p:cNvSpPr/>
              <p:nvPr/>
            </p:nvSpPr>
            <p:spPr>
              <a:xfrm>
                <a:off x="4350759" y="1753359"/>
                <a:ext cx="2517132" cy="502731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93A51F-FF32-CA62-ED2E-08BC511999B4}"/>
                  </a:ext>
                </a:extLst>
              </p:cNvPr>
              <p:cNvSpPr txBox="1"/>
              <p:nvPr/>
            </p:nvSpPr>
            <p:spPr>
              <a:xfrm>
                <a:off x="4773939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990CB3F-0BA8-F7D2-4176-92550B60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40838" y="3493389"/>
              <a:ext cx="397541" cy="39754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C695B3-A8B6-70D3-42E0-4B0F6E931998}"/>
                </a:ext>
              </a:extLst>
            </p:cNvPr>
            <p:cNvSpPr txBox="1"/>
            <p:nvPr/>
          </p:nvSpPr>
          <p:spPr>
            <a:xfrm>
              <a:off x="3997921" y="3656446"/>
              <a:ext cx="19294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42D2A4-98DC-8EE5-8F30-5A2D4DDEF870}"/>
              </a:ext>
            </a:extLst>
          </p:cNvPr>
          <p:cNvGrpSpPr/>
          <p:nvPr/>
        </p:nvGrpSpPr>
        <p:grpSpPr>
          <a:xfrm>
            <a:off x="2883421" y="3783743"/>
            <a:ext cx="2547079" cy="495387"/>
            <a:chOff x="3576745" y="3438662"/>
            <a:chExt cx="2547079" cy="49538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CA7EE22-E3DE-274A-8437-639D0B329561}"/>
                </a:ext>
              </a:extLst>
            </p:cNvPr>
            <p:cNvGrpSpPr/>
            <p:nvPr/>
          </p:nvGrpSpPr>
          <p:grpSpPr>
            <a:xfrm>
              <a:off x="3576745" y="3438662"/>
              <a:ext cx="2547079" cy="495387"/>
              <a:chOff x="4350759" y="1760703"/>
              <a:chExt cx="2547079" cy="495387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22F2F380-EFA1-F817-CC48-2B004E792D1B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2529488" cy="495387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4D71CB2-F7F2-E8A9-2F17-D5B421D97074}"/>
                  </a:ext>
                </a:extLst>
              </p:cNvPr>
              <p:cNvSpPr txBox="1"/>
              <p:nvPr/>
            </p:nvSpPr>
            <p:spPr>
              <a:xfrm>
                <a:off x="4771935" y="1765645"/>
                <a:ext cx="21259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2324F5-5E32-A8A6-71EB-B3A079FABA04}"/>
                </a:ext>
              </a:extLst>
            </p:cNvPr>
            <p:cNvSpPr txBox="1"/>
            <p:nvPr/>
          </p:nvSpPr>
          <p:spPr>
            <a:xfrm>
              <a:off x="3997921" y="3656446"/>
              <a:ext cx="19552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1734C2F-C2E9-97F7-730F-157DF6B261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2005" y="3851995"/>
            <a:ext cx="347720" cy="347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5F8B58-F3AE-C27C-1361-B41C00689FB1}"/>
                  </a:ext>
                </a:extLst>
              </p:cNvPr>
              <p:cNvSpPr txBox="1"/>
              <p:nvPr/>
            </p:nvSpPr>
            <p:spPr>
              <a:xfrm>
                <a:off x="6575447" y="3864648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5F8B58-F3AE-C27C-1361-B41C0068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447" y="3864648"/>
                <a:ext cx="2626296" cy="307777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ight Arrow 55">
            <a:extLst>
              <a:ext uri="{FF2B5EF4-FFF2-40B4-BE49-F238E27FC236}">
                <a16:creationId xmlns:a16="http://schemas.microsoft.com/office/drawing/2014/main" id="{97158946-5DFA-59B7-80DD-3ECC624982D7}"/>
              </a:ext>
            </a:extLst>
          </p:cNvPr>
          <p:cNvSpPr/>
          <p:nvPr/>
        </p:nvSpPr>
        <p:spPr>
          <a:xfrm>
            <a:off x="2924359" y="563321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A8118F6-2A51-6D1D-1A61-BA2C927D630D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304423" y="3334071"/>
            <a:ext cx="575613" cy="305059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F424F12-053C-7C19-9865-8FF1644024F8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>
            <a:off x="2304423" y="3639130"/>
            <a:ext cx="578998" cy="392307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1B0F1BBF-6D5D-8BEF-C0F2-480E5BD5E9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2362" y="1259295"/>
            <a:ext cx="646836" cy="64683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275FEE9-D610-F292-F2EB-2B816F96EC6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49981" y="3347666"/>
            <a:ext cx="646836" cy="64683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AA137C7-9854-653E-A025-1BF4EA45C52A}"/>
              </a:ext>
            </a:extLst>
          </p:cNvPr>
          <p:cNvSpPr txBox="1"/>
          <p:nvPr/>
        </p:nvSpPr>
        <p:spPr>
          <a:xfrm>
            <a:off x="2111086" y="420595"/>
            <a:ext cx="40446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4472F4-91AF-BCA4-50D1-CF04076D3538}"/>
              </a:ext>
            </a:extLst>
          </p:cNvPr>
          <p:cNvSpPr txBox="1"/>
          <p:nvPr/>
        </p:nvSpPr>
        <p:spPr>
          <a:xfrm>
            <a:off x="2196544" y="2679024"/>
            <a:ext cx="3844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1A66AB-87B0-B6B3-789C-2E72342C440C}"/>
              </a:ext>
            </a:extLst>
          </p:cNvPr>
          <p:cNvSpPr txBox="1"/>
          <p:nvPr/>
        </p:nvSpPr>
        <p:spPr>
          <a:xfrm>
            <a:off x="2196544" y="4678143"/>
            <a:ext cx="4706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91" name="Left Brace 90">
            <a:extLst>
              <a:ext uri="{FF2B5EF4-FFF2-40B4-BE49-F238E27FC236}">
                <a16:creationId xmlns:a16="http://schemas.microsoft.com/office/drawing/2014/main" id="{ED9B5CDA-D5DC-C4A0-4EEC-6BBA1ECF7A4B}"/>
              </a:ext>
            </a:extLst>
          </p:cNvPr>
          <p:cNvSpPr/>
          <p:nvPr/>
        </p:nvSpPr>
        <p:spPr>
          <a:xfrm rot="16200000">
            <a:off x="7415834" y="3906539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69F03B-E759-B058-9626-FB63DE710CC0}"/>
              </a:ext>
            </a:extLst>
          </p:cNvPr>
          <p:cNvSpPr txBox="1"/>
          <p:nvPr/>
        </p:nvSpPr>
        <p:spPr>
          <a:xfrm>
            <a:off x="6901196" y="4229767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9EEC12B-DDC7-F60A-1E33-9E6584EB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169" y="5094174"/>
            <a:ext cx="405960" cy="405960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87916DA4-3F30-AA6A-F8B5-A7ED6B79E3AA}"/>
              </a:ext>
            </a:extLst>
          </p:cNvPr>
          <p:cNvSpPr/>
          <p:nvPr/>
        </p:nvSpPr>
        <p:spPr>
          <a:xfrm>
            <a:off x="1742216" y="433474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69688EB3-A521-6100-548A-15B5403C12D5}"/>
              </a:ext>
            </a:extLst>
          </p:cNvPr>
          <p:cNvSpPr/>
          <p:nvPr/>
        </p:nvSpPr>
        <p:spPr>
          <a:xfrm>
            <a:off x="1792918" y="841601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C69DBF-1C54-D427-D172-FB1A302341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7444" y="879277"/>
            <a:ext cx="461363" cy="461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80105B-62A9-151E-689A-102C14E2262E}"/>
              </a:ext>
            </a:extLst>
          </p:cNvPr>
          <p:cNvSpPr txBox="1"/>
          <p:nvPr/>
        </p:nvSpPr>
        <p:spPr>
          <a:xfrm>
            <a:off x="2012555" y="1298682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24E7D-78DA-BFCB-2E65-EB7E8ADE64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0010" y="1689437"/>
            <a:ext cx="431734" cy="4317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EDA40E-8D2B-2948-D967-62CBBABC6735}"/>
              </a:ext>
            </a:extLst>
          </p:cNvPr>
          <p:cNvSpPr txBox="1"/>
          <p:nvPr/>
        </p:nvSpPr>
        <p:spPr>
          <a:xfrm>
            <a:off x="1781659" y="208147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6990FFF-0D6F-3EF1-D52F-7F36A754E9B4}"/>
              </a:ext>
            </a:extLst>
          </p:cNvPr>
          <p:cNvCxnSpPr>
            <a:cxnSpLocks/>
          </p:cNvCxnSpPr>
          <p:nvPr/>
        </p:nvCxnSpPr>
        <p:spPr>
          <a:xfrm>
            <a:off x="1911137" y="1612940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BDE4CD95-6599-7092-B1D9-9BB5C5CE7395}"/>
              </a:ext>
            </a:extLst>
          </p:cNvPr>
          <p:cNvCxnSpPr>
            <a:stCxn id="109" idx="3"/>
            <a:endCxn id="18" idx="1"/>
          </p:cNvCxnSpPr>
          <p:nvPr/>
        </p:nvCxnSpPr>
        <p:spPr>
          <a:xfrm>
            <a:off x="2770251" y="1612941"/>
            <a:ext cx="324997" cy="437684"/>
          </a:xfrm>
          <a:prstGeom prst="bentConnector3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4DB8CF75-4E1E-870B-2012-77B13F238DE1}"/>
              </a:ext>
            </a:extLst>
          </p:cNvPr>
          <p:cNvCxnSpPr>
            <a:cxnSpLocks/>
            <a:stCxn id="109" idx="3"/>
            <a:endCxn id="12" idx="1"/>
          </p:cNvCxnSpPr>
          <p:nvPr/>
        </p:nvCxnSpPr>
        <p:spPr>
          <a:xfrm flipV="1">
            <a:off x="2770251" y="1165651"/>
            <a:ext cx="324997" cy="447290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E12AB731-FFE4-5590-AB25-535026D40D3C}"/>
              </a:ext>
            </a:extLst>
          </p:cNvPr>
          <p:cNvCxnSpPr>
            <a:cxnSpLocks/>
            <a:stCxn id="12" idx="3"/>
            <a:endCxn id="62" idx="1"/>
          </p:cNvCxnSpPr>
          <p:nvPr/>
        </p:nvCxnSpPr>
        <p:spPr>
          <a:xfrm>
            <a:off x="4899220" y="1165651"/>
            <a:ext cx="1053142" cy="417062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6A604907-C3DF-95E2-9A86-0D7479F299FB}"/>
              </a:ext>
            </a:extLst>
          </p:cNvPr>
          <p:cNvCxnSpPr>
            <a:cxnSpLocks/>
          </p:cNvCxnSpPr>
          <p:nvPr/>
        </p:nvCxnSpPr>
        <p:spPr>
          <a:xfrm flipV="1">
            <a:off x="4889233" y="1582713"/>
            <a:ext cx="1076008" cy="463974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0265348-E0CB-4E63-0CB6-746FF6E003AB}"/>
              </a:ext>
            </a:extLst>
          </p:cNvPr>
          <p:cNvSpPr/>
          <p:nvPr/>
        </p:nvSpPr>
        <p:spPr>
          <a:xfrm>
            <a:off x="6782923" y="741288"/>
            <a:ext cx="2230838" cy="1099587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87E1D8-A61E-531A-0FAE-DC1279EABA46}"/>
              </a:ext>
            </a:extLst>
          </p:cNvPr>
          <p:cNvSpPr txBox="1"/>
          <p:nvPr/>
        </p:nvSpPr>
        <p:spPr>
          <a:xfrm>
            <a:off x="6787763" y="753625"/>
            <a:ext cx="136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b="1" dirty="0">
                <a:solidFill>
                  <a:srgbClr val="1B4773"/>
                </a:solidFill>
              </a:rPr>
              <a:t>Webshop example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FD9655-5BDB-CA39-8F4D-ED5ACF3DFB98}"/>
              </a:ext>
            </a:extLst>
          </p:cNvPr>
          <p:cNvSpPr txBox="1"/>
          <p:nvPr/>
        </p:nvSpPr>
        <p:spPr>
          <a:xfrm>
            <a:off x="6784462" y="923747"/>
            <a:ext cx="220826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[state_text: </a:t>
            </a:r>
            <a:r>
              <a:rPr lang="en-US" sz="1050" dirty="0">
                <a:effectLst/>
              </a:rPr>
              <a:t>Results Page (Page 1/5) [B07XYZ1] Nike Running Shoes Red Mesh.$85.00. Size 9 ... $72.00. (45 more)</a:t>
            </a:r>
            <a:r>
              <a:rPr lang="en-US" sz="1050" dirty="0"/>
              <a:t>, </a:t>
            </a:r>
            <a:r>
              <a:rPr lang="en-US" sz="1050" dirty="0">
                <a:effectLst/>
              </a:rPr>
              <a:t>action:[Next] [Prev] [Back to Search]”,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</a:t>
            </a:r>
            <a:endParaRPr lang="en-CN" sz="1050" dirty="0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9D5CEC30-4435-4E90-3722-645F190573E9}"/>
              </a:ext>
            </a:extLst>
          </p:cNvPr>
          <p:cNvSpPr/>
          <p:nvPr/>
        </p:nvSpPr>
        <p:spPr>
          <a:xfrm>
            <a:off x="6319873" y="2014632"/>
            <a:ext cx="2693887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99163D-48CD-265A-8747-5D8C51C72A2C}"/>
                  </a:ext>
                </a:extLst>
              </p:cNvPr>
              <p:cNvSpPr txBox="1"/>
              <p:nvPr/>
            </p:nvSpPr>
            <p:spPr>
              <a:xfrm>
                <a:off x="6246763" y="2069963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99163D-48CD-265A-8747-5D8C51C72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63" y="2069963"/>
                <a:ext cx="2808141" cy="307777"/>
              </a:xfrm>
              <a:prstGeom prst="rect">
                <a:avLst/>
              </a:prstGeom>
              <a:blipFill>
                <a:blip r:embed="rId1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1EB0F05B-B2C6-2B9C-8510-F023910AAAB2}"/>
              </a:ext>
            </a:extLst>
          </p:cNvPr>
          <p:cNvSpPr txBox="1"/>
          <p:nvPr/>
        </p:nvSpPr>
        <p:spPr>
          <a:xfrm>
            <a:off x="1756847" y="39826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C3C9BE2-F980-45CF-0C89-326FD09F6D97}"/>
              </a:ext>
            </a:extLst>
          </p:cNvPr>
          <p:cNvSpPr/>
          <p:nvPr/>
        </p:nvSpPr>
        <p:spPr>
          <a:xfrm>
            <a:off x="1778287" y="2699859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47CC83D-813E-7678-D1EF-756B4D311B1C}"/>
              </a:ext>
            </a:extLst>
          </p:cNvPr>
          <p:cNvSpPr txBox="1"/>
          <p:nvPr/>
        </p:nvSpPr>
        <p:spPr>
          <a:xfrm>
            <a:off x="1792917" y="267938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383505FF-5FAF-0A6D-F366-79880F183C12}"/>
              </a:ext>
            </a:extLst>
          </p:cNvPr>
          <p:cNvCxnSpPr>
            <a:cxnSpLocks/>
            <a:stCxn id="33" idx="3"/>
            <a:endCxn id="63" idx="1"/>
          </p:cNvCxnSpPr>
          <p:nvPr/>
        </p:nvCxnSpPr>
        <p:spPr>
          <a:xfrm>
            <a:off x="5412909" y="3326567"/>
            <a:ext cx="537072" cy="344517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2CD73443-9FE9-72DC-43F6-4D32D4D8D0D3}"/>
              </a:ext>
            </a:extLst>
          </p:cNvPr>
          <p:cNvCxnSpPr>
            <a:cxnSpLocks/>
            <a:stCxn id="38" idx="3"/>
            <a:endCxn id="63" idx="1"/>
          </p:cNvCxnSpPr>
          <p:nvPr/>
        </p:nvCxnSpPr>
        <p:spPr>
          <a:xfrm flipV="1">
            <a:off x="5412909" y="3671084"/>
            <a:ext cx="537072" cy="360353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7EBDE32-94BA-4FD9-0B88-78C419C77A77}"/>
                  </a:ext>
                </a:extLst>
              </p:cNvPr>
              <p:cNvSpPr txBox="1"/>
              <p:nvPr/>
            </p:nvSpPr>
            <p:spPr>
              <a:xfrm>
                <a:off x="5552919" y="3519358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7EBDE32-94BA-4FD9-0B88-78C419C77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919" y="3519358"/>
                <a:ext cx="253274" cy="276999"/>
              </a:xfrm>
              <a:prstGeom prst="rect">
                <a:avLst/>
              </a:prstGeom>
              <a:blipFill>
                <a:blip r:embed="rId19"/>
                <a:stretch>
                  <a:fillRect l="-25000" r="-30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AB846382-66C8-EE2F-17B5-0971F4BD0582}"/>
              </a:ext>
            </a:extLst>
          </p:cNvPr>
          <p:cNvSpPr/>
          <p:nvPr/>
        </p:nvSpPr>
        <p:spPr>
          <a:xfrm>
            <a:off x="6783008" y="2720943"/>
            <a:ext cx="2237449" cy="1092440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EE3E01B-9993-3389-EDCA-7BDC5688DA6A}"/>
              </a:ext>
            </a:extLst>
          </p:cNvPr>
          <p:cNvSpPr txBox="1"/>
          <p:nvPr/>
        </p:nvSpPr>
        <p:spPr>
          <a:xfrm>
            <a:off x="6829041" y="2738868"/>
            <a:ext cx="21386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[entropy=0.043, step=3, action_ent=2.31, state_len=412, num_avail_actions=12, </a:t>
            </a:r>
            <a:r>
              <a:rPr lang="en-US" altLang="zh-CN" sz="1050" dirty="0"/>
              <a:t>-0.44</a:t>
            </a:r>
            <a:r>
              <a:rPr lang="en-US" sz="1050" dirty="0"/>
              <a:t>], [entropy=0.012, step=5, action_ent=0.69, state_len=198, num_avail_actions=2,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 </a:t>
            </a:r>
            <a:endParaRPr lang="en-CN" sz="1050" dirty="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8B9E1DC-EE43-D4D9-937E-12820BC11418}"/>
              </a:ext>
            </a:extLst>
          </p:cNvPr>
          <p:cNvSpPr/>
          <p:nvPr/>
        </p:nvSpPr>
        <p:spPr>
          <a:xfrm>
            <a:off x="1775440" y="4700606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F32D06D-394B-A461-E21F-84EE97E8943F}"/>
              </a:ext>
            </a:extLst>
          </p:cNvPr>
          <p:cNvSpPr txBox="1"/>
          <p:nvPr/>
        </p:nvSpPr>
        <p:spPr>
          <a:xfrm>
            <a:off x="1790774" y="466058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CBE198A6-FBAC-AFD8-DD21-2AE87512E713}"/>
              </a:ext>
            </a:extLst>
          </p:cNvPr>
          <p:cNvSpPr/>
          <p:nvPr/>
        </p:nvSpPr>
        <p:spPr>
          <a:xfrm>
            <a:off x="1815195" y="5118799"/>
            <a:ext cx="1058633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57C9949-DE3E-B056-63F9-3B9FB86D3942}"/>
              </a:ext>
            </a:extLst>
          </p:cNvPr>
          <p:cNvGrpSpPr/>
          <p:nvPr/>
        </p:nvGrpSpPr>
        <p:grpSpPr>
          <a:xfrm>
            <a:off x="1821128" y="5180406"/>
            <a:ext cx="877050" cy="835993"/>
            <a:chOff x="173590" y="5030995"/>
            <a:chExt cx="1156550" cy="110240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A5CEF33-7276-202F-DF48-BBA97247E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D8758B2-18FD-287D-18F1-950443588FD3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8638C5E-6C47-2C6A-5C0C-680FB95F302F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3EFA806-97C6-E14C-7221-672F4A2E6CE3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D7C292-D417-448E-58E9-E5EE67DC2FE7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30378BD-A1B3-C3E7-2EEF-321B47F4C5B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7EB3A7-CB11-960B-0B4A-1A352F1DAAC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7E2B8FA-1A8E-6E74-D932-2708AD458C5A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95EB5C7-7E3C-53FD-0146-ED58A5DFF796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370D1C1-7CC0-EF2F-0D83-812F8A1EED82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925B20C-1743-3393-3746-D9EA8BADE8CB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7B35E14-F113-B29D-67F0-C0817F88CCCC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3656DAD-86DD-1206-B9F8-736C13FC95F1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EEC67CF-E098-8BF7-A4C2-1B728C7416B9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69BAEB1-B0AB-9928-BA21-E481F4D5BD4D}"/>
              </a:ext>
            </a:extLst>
          </p:cNvPr>
          <p:cNvSpPr txBox="1"/>
          <p:nvPr/>
        </p:nvSpPr>
        <p:spPr>
          <a:xfrm>
            <a:off x="1775494" y="6008441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4E2B75C0-C91F-212D-7BD1-C0E21F35F4DF}"/>
              </a:ext>
            </a:extLst>
          </p:cNvPr>
          <p:cNvSpPr/>
          <p:nvPr/>
        </p:nvSpPr>
        <p:spPr>
          <a:xfrm>
            <a:off x="3229901" y="5118218"/>
            <a:ext cx="116166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B9165B1-200B-B327-AAAF-6639095EC2FB}"/>
              </a:ext>
            </a:extLst>
          </p:cNvPr>
          <p:cNvGrpSpPr/>
          <p:nvPr/>
        </p:nvGrpSpPr>
        <p:grpSpPr>
          <a:xfrm>
            <a:off x="3251072" y="5048757"/>
            <a:ext cx="988759" cy="1056854"/>
            <a:chOff x="45787" y="4868818"/>
            <a:chExt cx="1232148" cy="1317004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FBCB3D7-0F69-BAA6-965C-A36F75F83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A07C57D2-46B5-1B45-D566-6F5C0BB08BE4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594BD51-CFC0-F63C-F424-624EB1576B7E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1AF2B47-253E-10A5-9C4D-735C1A34479F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236CEEA-45C2-2C26-E446-1A78AF989289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93A71EF-5371-D489-F63F-8357383726F8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4A5AA99-AFF4-10AB-1D19-1AC0B319FAA3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69A0553-4363-622F-5DB4-4E1FAA55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A253132-8C12-3578-E861-DB7BE5D93407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B18D7A-BA8C-AA4B-085C-343689CD137A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F146DA12-D6FD-6A23-8A0D-CAFDAF858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2F31684-FDC5-8114-9EB4-ECE5E7478872}"/>
              </a:ext>
            </a:extLst>
          </p:cNvPr>
          <p:cNvSpPr txBox="1"/>
          <p:nvPr/>
        </p:nvSpPr>
        <p:spPr>
          <a:xfrm>
            <a:off x="3359481" y="6037008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31CD4C-0661-03B6-5CFB-39699CC2DCFC}"/>
              </a:ext>
            </a:extLst>
          </p:cNvPr>
          <p:cNvSpPr txBox="1"/>
          <p:nvPr/>
        </p:nvSpPr>
        <p:spPr>
          <a:xfrm>
            <a:off x="3710215" y="5234912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4B280110-3DC5-2DBB-81B7-101CAFD084C6}"/>
              </a:ext>
            </a:extLst>
          </p:cNvPr>
          <p:cNvSpPr/>
          <p:nvPr/>
        </p:nvSpPr>
        <p:spPr>
          <a:xfrm>
            <a:off x="4443643" y="563478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207BA2F9-3FD7-0FBA-2D48-3643B59E00E9}"/>
              </a:ext>
            </a:extLst>
          </p:cNvPr>
          <p:cNvSpPr/>
          <p:nvPr/>
        </p:nvSpPr>
        <p:spPr>
          <a:xfrm>
            <a:off x="4768306" y="5118217"/>
            <a:ext cx="1792005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A88EB72-48BC-B54C-D160-605967067F5D}"/>
              </a:ext>
            </a:extLst>
          </p:cNvPr>
          <p:cNvSpPr/>
          <p:nvPr/>
        </p:nvSpPr>
        <p:spPr>
          <a:xfrm>
            <a:off x="4902295" y="5237704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BF0CCF1-2B38-CBD4-8B60-2A2EC146BCB1}"/>
                  </a:ext>
                </a:extLst>
              </p:cNvPr>
              <p:cNvSpPr txBox="1"/>
              <p:nvPr/>
            </p:nvSpPr>
            <p:spPr>
              <a:xfrm>
                <a:off x="5042305" y="5146948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BF0CCF1-2B38-CBD4-8B60-2A2EC146B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5" y="5146948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1802" t="-7143" r="-90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9492A7C1-73EB-54F8-7B5B-C1D4C6532A22}"/>
              </a:ext>
            </a:extLst>
          </p:cNvPr>
          <p:cNvSpPr txBox="1"/>
          <p:nvPr/>
        </p:nvSpPr>
        <p:spPr>
          <a:xfrm>
            <a:off x="4842586" y="5456099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472C4"/>
                </a:solidFill>
              </a:rPr>
              <a:t>Decision-Difficult</a:t>
            </a:r>
            <a:endParaRPr lang="en-CN" sz="1600" dirty="0">
              <a:solidFill>
                <a:srgbClr val="4472C4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67E6913-3DF1-E6F1-9825-BBFF856A2F38}"/>
              </a:ext>
            </a:extLst>
          </p:cNvPr>
          <p:cNvSpPr/>
          <p:nvPr/>
        </p:nvSpPr>
        <p:spPr>
          <a:xfrm>
            <a:off x="4902295" y="59546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EB2B828-61A7-17D2-F54E-A605F933EA00}"/>
                  </a:ext>
                </a:extLst>
              </p:cNvPr>
              <p:cNvSpPr txBox="1"/>
              <p:nvPr/>
            </p:nvSpPr>
            <p:spPr>
              <a:xfrm>
                <a:off x="5042305" y="5863920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EB2B828-61A7-17D2-F54E-A605F933E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5" y="58639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1905" t="-3571" r="-1905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09E4E66E-C971-67CD-722A-FD2DA7570891}"/>
              </a:ext>
            </a:extLst>
          </p:cNvPr>
          <p:cNvSpPr txBox="1"/>
          <p:nvPr/>
        </p:nvSpPr>
        <p:spPr>
          <a:xfrm>
            <a:off x="4848478" y="6144495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4B283"/>
                </a:solidFill>
              </a:rPr>
              <a:t>Information-Poor</a:t>
            </a:r>
            <a:endParaRPr lang="en-CN" sz="1600" dirty="0">
              <a:solidFill>
                <a:srgbClr val="F4B283"/>
              </a:solidFill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3AE0A55-C62C-9EA8-880F-06D5ABBC49DA}"/>
              </a:ext>
            </a:extLst>
          </p:cNvPr>
          <p:cNvCxnSpPr>
            <a:cxnSpLocks/>
          </p:cNvCxnSpPr>
          <p:nvPr/>
        </p:nvCxnSpPr>
        <p:spPr>
          <a:xfrm>
            <a:off x="4860078" y="5809913"/>
            <a:ext cx="1615448" cy="7535"/>
          </a:xfrm>
          <a:prstGeom prst="line">
            <a:avLst/>
          </a:prstGeom>
          <a:ln w="19050">
            <a:solidFill>
              <a:srgbClr val="F1A08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E7810446-D2C0-B4CB-47F3-B753A95B4A9F}"/>
              </a:ext>
            </a:extLst>
          </p:cNvPr>
          <p:cNvSpPr/>
          <p:nvPr/>
        </p:nvSpPr>
        <p:spPr>
          <a:xfrm>
            <a:off x="6623105" y="5644601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1A139FCB-DB21-3372-0804-588EBD2364A3}"/>
              </a:ext>
            </a:extLst>
          </p:cNvPr>
          <p:cNvSpPr/>
          <p:nvPr/>
        </p:nvSpPr>
        <p:spPr>
          <a:xfrm>
            <a:off x="6948597" y="5090206"/>
            <a:ext cx="210491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D46F7-841C-5C30-F562-5DF6C4BBBF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7844" y="5292991"/>
            <a:ext cx="466687" cy="4666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9A9A22-42C3-5E95-7EC3-6200696FED4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64973" y="5409549"/>
            <a:ext cx="282701" cy="282701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EC25FC4C-96EF-9B7E-E25D-BDBD3FECC2EB}"/>
              </a:ext>
            </a:extLst>
          </p:cNvPr>
          <p:cNvSpPr txBox="1"/>
          <p:nvPr/>
        </p:nvSpPr>
        <p:spPr>
          <a:xfrm>
            <a:off x="7301986" y="5772547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75D7C8A-A95B-160B-0FC9-D3D1601963CB}"/>
                  </a:ext>
                </a:extLst>
              </p:cNvPr>
              <p:cNvSpPr txBox="1"/>
              <p:nvPr/>
            </p:nvSpPr>
            <p:spPr>
              <a:xfrm>
                <a:off x="6914565" y="6066243"/>
                <a:ext cx="2191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75D7C8A-A95B-160B-0FC9-D3D16019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65" y="6066243"/>
                <a:ext cx="2191689" cy="276999"/>
              </a:xfrm>
              <a:prstGeom prst="rect">
                <a:avLst/>
              </a:prstGeom>
              <a:blipFill>
                <a:blip r:embed="rId2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B855094B-88D6-4D42-E4B9-84DB2FF14601}"/>
              </a:ext>
            </a:extLst>
          </p:cNvPr>
          <p:cNvSpPr/>
          <p:nvPr/>
        </p:nvSpPr>
        <p:spPr>
          <a:xfrm>
            <a:off x="5206278" y="2424014"/>
            <a:ext cx="337842" cy="337842"/>
          </a:xfrm>
          <a:prstGeom prst="ellipse">
            <a:avLst/>
          </a:prstGeom>
          <a:solidFill>
            <a:srgbClr val="F3FCFF"/>
          </a:solidFill>
          <a:ln w="19050">
            <a:solidFill>
              <a:srgbClr val="8AB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75" descr="Caret Down with solid fill">
            <a:extLst>
              <a:ext uri="{FF2B5EF4-FFF2-40B4-BE49-F238E27FC236}">
                <a16:creationId xmlns:a16="http://schemas.microsoft.com/office/drawing/2014/main" id="{623B6ADE-1215-60F6-5EDD-AA86341C611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203320" y="2405074"/>
            <a:ext cx="360659" cy="360659"/>
          </a:xfrm>
          <a:prstGeom prst="rect">
            <a:avLst/>
          </a:prstGeom>
        </p:spPr>
      </p:pic>
      <p:sp>
        <p:nvSpPr>
          <p:cNvPr id="77" name="Oval 76">
            <a:extLst>
              <a:ext uri="{FF2B5EF4-FFF2-40B4-BE49-F238E27FC236}">
                <a16:creationId xmlns:a16="http://schemas.microsoft.com/office/drawing/2014/main" id="{1529B151-BAF4-9CE9-FBA1-A29861C5A70B}"/>
              </a:ext>
            </a:extLst>
          </p:cNvPr>
          <p:cNvSpPr/>
          <p:nvPr/>
        </p:nvSpPr>
        <p:spPr>
          <a:xfrm>
            <a:off x="5213143" y="4377084"/>
            <a:ext cx="337842" cy="337842"/>
          </a:xfrm>
          <a:prstGeom prst="ellipse">
            <a:avLst/>
          </a:prstGeom>
          <a:solidFill>
            <a:srgbClr val="FAFFF1"/>
          </a:solidFill>
          <a:ln w="19050">
            <a:solidFill>
              <a:srgbClr val="94B7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75" descr="Caret Down with solid fill">
            <a:extLst>
              <a:ext uri="{FF2B5EF4-FFF2-40B4-BE49-F238E27FC236}">
                <a16:creationId xmlns:a16="http://schemas.microsoft.com/office/drawing/2014/main" id="{623B6ADE-1215-60F6-5EDD-AA86341C611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213305" y="4388355"/>
            <a:ext cx="360659" cy="36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8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AD0B-F10D-0945-01D6-4E2B6E0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17B953-29C3-5E4C-0A97-EAD12E380583}"/>
              </a:ext>
            </a:extLst>
          </p:cNvPr>
          <p:cNvSpPr/>
          <p:nvPr/>
        </p:nvSpPr>
        <p:spPr>
          <a:xfrm>
            <a:off x="8364457" y="412939"/>
            <a:ext cx="3628189" cy="459809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39557C-C8AB-E48D-8E6A-E467000320A2}"/>
              </a:ext>
            </a:extLst>
          </p:cNvPr>
          <p:cNvSpPr/>
          <p:nvPr/>
        </p:nvSpPr>
        <p:spPr>
          <a:xfrm>
            <a:off x="4321136" y="412939"/>
            <a:ext cx="3764083" cy="459809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3231EF-3919-7BD8-6276-111D116A7547}"/>
              </a:ext>
            </a:extLst>
          </p:cNvPr>
          <p:cNvSpPr/>
          <p:nvPr/>
        </p:nvSpPr>
        <p:spPr>
          <a:xfrm>
            <a:off x="159027" y="395859"/>
            <a:ext cx="3868850" cy="461517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D225A0-015F-3F06-948D-A17BC1DE57AD}"/>
              </a:ext>
            </a:extLst>
          </p:cNvPr>
          <p:cNvGrpSpPr/>
          <p:nvPr/>
        </p:nvGrpSpPr>
        <p:grpSpPr>
          <a:xfrm>
            <a:off x="1557998" y="1147400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CF29E04-89A8-F1EC-BDD0-3715FEDE064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423FA0-8D1D-87E8-6A12-E61232C24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EBA2E4-2FB8-17CB-173A-4FDE7993BC3D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EBA2E4-2FB8-17CB-173A-4FDE7993B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3"/>
                  <a:stretch>
                    <a:fillRect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85AF56-E48D-C2FF-0251-4AA4F356A088}"/>
              </a:ext>
            </a:extLst>
          </p:cNvPr>
          <p:cNvGrpSpPr/>
          <p:nvPr/>
        </p:nvGrpSpPr>
        <p:grpSpPr>
          <a:xfrm>
            <a:off x="1557998" y="2059817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A669DB9-56B6-DC01-8A43-5715ADD49425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03FAD66-A437-C182-0C18-3A1237CCBBF5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AD6A930-CC4A-57E0-B21F-0045D2D3B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AD6A930-CC4A-57E0-B21F-0045D2D3B5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FAA012-EBBE-D376-EE36-A4824CEF9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72D86-0EEA-B2E0-76A0-4206C73EADC0}"/>
                  </a:ext>
                </a:extLst>
              </p:cNvPr>
              <p:cNvSpPr txBox="1"/>
              <p:nvPr/>
            </p:nvSpPr>
            <p:spPr>
              <a:xfrm>
                <a:off x="3157145" y="104893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72D86-0EEA-B2E0-76A0-4206C73EA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145" y="1048935"/>
                <a:ext cx="92769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0601B-2D2E-931D-EFA5-36B8CA7EA59C}"/>
                  </a:ext>
                </a:extLst>
              </p:cNvPr>
              <p:cNvSpPr txBox="1"/>
              <p:nvPr/>
            </p:nvSpPr>
            <p:spPr>
              <a:xfrm>
                <a:off x="3170397" y="2300405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0601B-2D2E-931D-EFA5-36B8CA7EA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397" y="2300405"/>
                <a:ext cx="929485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70ECD6C-6733-4DDC-9265-8835DD73075B}"/>
              </a:ext>
            </a:extLst>
          </p:cNvPr>
          <p:cNvSpPr txBox="1"/>
          <p:nvPr/>
        </p:nvSpPr>
        <p:spPr>
          <a:xfrm>
            <a:off x="4316707" y="1972966"/>
            <a:ext cx="68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omic Sans MS" panose="030F0902030302020204" pitchFamily="66" charset="0"/>
              </a:rPr>
              <a:t>state </a:t>
            </a:r>
          </a:p>
          <a:p>
            <a:pPr algn="ctr"/>
            <a:r>
              <a:rPr lang="en-US" sz="1400" dirty="0">
                <a:latin typeface="Comic Sans MS" panose="030F0902030302020204" pitchFamily="66" charset="0"/>
              </a:rPr>
              <a:t>text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A2A773-4ACD-78C8-2C52-04527282D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789" y="1525226"/>
            <a:ext cx="452689" cy="45268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5418E48-93C9-3652-B89A-7CB6B92CA5B0}"/>
              </a:ext>
            </a:extLst>
          </p:cNvPr>
          <p:cNvGrpSpPr/>
          <p:nvPr/>
        </p:nvGrpSpPr>
        <p:grpSpPr>
          <a:xfrm>
            <a:off x="5125654" y="1118843"/>
            <a:ext cx="2159094" cy="686793"/>
            <a:chOff x="3576745" y="3431318"/>
            <a:chExt cx="2159094" cy="6867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D73251-FF26-A85A-47EA-018A57D8CA4C}"/>
                </a:ext>
              </a:extLst>
            </p:cNvPr>
            <p:cNvGrpSpPr/>
            <p:nvPr/>
          </p:nvGrpSpPr>
          <p:grpSpPr>
            <a:xfrm>
              <a:off x="3576745" y="3431318"/>
              <a:ext cx="2159094" cy="679590"/>
              <a:chOff x="4350759" y="1753359"/>
              <a:chExt cx="2159094" cy="6795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711D2C47-44CD-052D-78BB-F64EF1031D12}"/>
                  </a:ext>
                </a:extLst>
              </p:cNvPr>
              <p:cNvSpPr/>
              <p:nvPr/>
            </p:nvSpPr>
            <p:spPr>
              <a:xfrm>
                <a:off x="4350759" y="1753359"/>
                <a:ext cx="2059800" cy="6795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33D52-8F4D-B6E9-FE11-53518EF53C6C}"/>
                  </a:ext>
                </a:extLst>
              </p:cNvPr>
              <p:cNvSpPr txBox="1"/>
              <p:nvPr/>
            </p:nvSpPr>
            <p:spPr>
              <a:xfrm>
                <a:off x="4746229" y="1774485"/>
                <a:ext cx="17636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3DA68E-6DA6-D619-4D93-21459245C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28743" y="3571678"/>
              <a:ext cx="397541" cy="39754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C19AD0-805D-A2B3-9AD3-618B71FBCB82}"/>
                </a:ext>
              </a:extLst>
            </p:cNvPr>
            <p:cNvSpPr txBox="1"/>
            <p:nvPr/>
          </p:nvSpPr>
          <p:spPr>
            <a:xfrm>
              <a:off x="3997922" y="3656446"/>
              <a:ext cx="1449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88495-8D2D-0409-4C0F-A31B30060962}"/>
              </a:ext>
            </a:extLst>
          </p:cNvPr>
          <p:cNvGrpSpPr/>
          <p:nvPr/>
        </p:nvGrpSpPr>
        <p:grpSpPr>
          <a:xfrm>
            <a:off x="5126217" y="1919759"/>
            <a:ext cx="2072489" cy="908085"/>
            <a:chOff x="3576745" y="3438662"/>
            <a:chExt cx="2072489" cy="90808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C4B2E48-2E04-97CE-DD3A-BBAFD600485F}"/>
                </a:ext>
              </a:extLst>
            </p:cNvPr>
            <p:cNvGrpSpPr/>
            <p:nvPr/>
          </p:nvGrpSpPr>
          <p:grpSpPr>
            <a:xfrm>
              <a:off x="3576745" y="3438662"/>
              <a:ext cx="2072489" cy="887142"/>
              <a:chOff x="4350759" y="1760703"/>
              <a:chExt cx="2072489" cy="88714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DA50A0DB-39A6-442A-ADCA-2F4314AABA28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2072489" cy="88714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8FC620-57D6-22D0-873A-7CD32FE30C77}"/>
                  </a:ext>
                </a:extLst>
              </p:cNvPr>
              <p:cNvSpPr txBox="1"/>
              <p:nvPr/>
            </p:nvSpPr>
            <p:spPr>
              <a:xfrm>
                <a:off x="4780366" y="1781413"/>
                <a:ext cx="16235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2021AF-3B8B-602C-316C-3EFF19B08098}"/>
                </a:ext>
              </a:extLst>
            </p:cNvPr>
            <p:cNvSpPr txBox="1"/>
            <p:nvPr/>
          </p:nvSpPr>
          <p:spPr>
            <a:xfrm>
              <a:off x="4006751" y="3885082"/>
              <a:ext cx="1536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BC6597BD-FFA1-E634-0AC7-0572A3BA26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5230" y="2159405"/>
            <a:ext cx="347720" cy="34772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8750956B-154F-D5EB-77E8-A1FED2229F7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91902710-B422-592A-6AE2-0AC120CACDC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4877478" y="1458638"/>
            <a:ext cx="248176" cy="292933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205FCAE-6B7A-BF03-1E47-7E160FE990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2035" y="1583761"/>
            <a:ext cx="547593" cy="5475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ADB0800-E5CB-6D65-06B6-D2DCE73B285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7524" y="1592043"/>
            <a:ext cx="565056" cy="5650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4FC55AD-BC1C-8AB7-0A6D-E300FFC59B34}"/>
              </a:ext>
            </a:extLst>
          </p:cNvPr>
          <p:cNvSpPr txBox="1"/>
          <p:nvPr/>
        </p:nvSpPr>
        <p:spPr>
          <a:xfrm>
            <a:off x="917162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Utility</a:t>
            </a:r>
            <a:r>
              <a:rPr lang="zh-CN" alt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E217C-2A06-90C8-FA12-F8ADCA31F3EA}"/>
              </a:ext>
            </a:extLst>
          </p:cNvPr>
          <p:cNvSpPr txBox="1"/>
          <p:nvPr/>
        </p:nvSpPr>
        <p:spPr>
          <a:xfrm>
            <a:off x="4879277" y="472355"/>
            <a:ext cx="2880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Build</a:t>
            </a:r>
            <a:r>
              <a:rPr lang="zh-CN" alt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State</a:t>
            </a:r>
            <a:r>
              <a:rPr lang="zh-CN" alt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Signals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82F204-5FBD-3350-CADC-3135095B06D4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10D7E23-71B0-4A5D-E79C-1395FE4EA22F}"/>
              </a:ext>
            </a:extLst>
          </p:cNvPr>
          <p:cNvSpPr/>
          <p:nvPr/>
        </p:nvSpPr>
        <p:spPr>
          <a:xfrm>
            <a:off x="708544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303E189-110C-E17D-B700-A1E882D326EB}"/>
              </a:ext>
            </a:extLst>
          </p:cNvPr>
          <p:cNvSpPr/>
          <p:nvPr/>
        </p:nvSpPr>
        <p:spPr>
          <a:xfrm>
            <a:off x="255668" y="109339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194086A-2095-B67F-D7EE-1723E3AAEB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194" y="113107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7671611-228C-5BDA-3980-6AF3BCAB129F}"/>
              </a:ext>
            </a:extLst>
          </p:cNvPr>
          <p:cNvSpPr txBox="1"/>
          <p:nvPr/>
        </p:nvSpPr>
        <p:spPr>
          <a:xfrm>
            <a:off x="475305" y="155047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D119030-9F20-8362-A24A-00131D2233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760" y="194123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A25AC5B-C934-AF13-D1A9-F2016C83E0D6}"/>
              </a:ext>
            </a:extLst>
          </p:cNvPr>
          <p:cNvSpPr txBox="1"/>
          <p:nvPr/>
        </p:nvSpPr>
        <p:spPr>
          <a:xfrm>
            <a:off x="244409" y="233326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E4C8458-340A-93A2-B5C3-C7E0B7D92B0C}"/>
              </a:ext>
            </a:extLst>
          </p:cNvPr>
          <p:cNvCxnSpPr>
            <a:cxnSpLocks/>
          </p:cNvCxnSpPr>
          <p:nvPr/>
        </p:nvCxnSpPr>
        <p:spPr>
          <a:xfrm>
            <a:off x="373887" y="186473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C2CF546-3010-901E-BDDA-A08FB94FB209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1233001" y="1864736"/>
            <a:ext cx="324997" cy="437684"/>
          </a:xfrm>
          <a:prstGeom prst="bentConnector3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7CEEE57-886D-372F-830A-94DFA871CE19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1233001" y="1417446"/>
            <a:ext cx="324997" cy="447290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B7A3ED42-D41C-E6B8-E19B-BC8425A3A11D}"/>
              </a:ext>
            </a:extLst>
          </p:cNvPr>
          <p:cNvCxnSpPr>
            <a:cxnSpLocks/>
            <a:stCxn id="6" idx="3"/>
            <a:endCxn id="34" idx="0"/>
          </p:cNvCxnSpPr>
          <p:nvPr/>
        </p:nvCxnSpPr>
        <p:spPr>
          <a:xfrm>
            <a:off x="3248677" y="1417446"/>
            <a:ext cx="397155" cy="166315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B99A12C-32CD-8790-E805-E18FE557795A}"/>
              </a:ext>
            </a:extLst>
          </p:cNvPr>
          <p:cNvSpPr/>
          <p:nvPr/>
        </p:nvSpPr>
        <p:spPr>
          <a:xfrm>
            <a:off x="373887" y="2894334"/>
            <a:ext cx="3462848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F8FCB7-0D24-9BB7-85BF-C6934EFE23F8}"/>
              </a:ext>
            </a:extLst>
          </p:cNvPr>
          <p:cNvSpPr txBox="1"/>
          <p:nvPr/>
        </p:nvSpPr>
        <p:spPr>
          <a:xfrm>
            <a:off x="475305" y="2742583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A7DBF87-E284-A22F-C0D5-FF7A3D0402D3}"/>
              </a:ext>
            </a:extLst>
          </p:cNvPr>
          <p:cNvSpPr/>
          <p:nvPr/>
        </p:nvSpPr>
        <p:spPr>
          <a:xfrm>
            <a:off x="373887" y="4469213"/>
            <a:ext cx="346284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66953D-596C-A8B9-E39D-038EDED119C8}"/>
                  </a:ext>
                </a:extLst>
              </p:cNvPr>
              <p:cNvSpPr txBox="1"/>
              <p:nvPr/>
            </p:nvSpPr>
            <p:spPr>
              <a:xfrm>
                <a:off x="867404" y="4508360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66953D-596C-A8B9-E39D-038EDED11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04" y="4508360"/>
                <a:ext cx="2808141" cy="307777"/>
              </a:xfrm>
              <a:prstGeom prst="rect">
                <a:avLst/>
              </a:prstGeom>
              <a:blipFill>
                <a:blip r:embed="rId1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318BE97-A0C4-7D4C-44E3-A3ED1A1EF2F3}"/>
              </a:ext>
            </a:extLst>
          </p:cNvPr>
          <p:cNvSpPr txBox="1"/>
          <p:nvPr/>
        </p:nvSpPr>
        <p:spPr>
          <a:xfrm>
            <a:off x="720455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7DE73A0-6473-F8D8-5C61-2702244951BF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1C1F8F-28EC-673D-DE8A-9022CCE3430A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CC426A5-3FB9-0BBC-C802-0F241B29B4B8}"/>
              </a:ext>
            </a:extLst>
          </p:cNvPr>
          <p:cNvCxnSpPr>
            <a:cxnSpLocks/>
            <a:stCxn id="22" idx="3"/>
            <a:endCxn id="35" idx="0"/>
          </p:cNvCxnSpPr>
          <p:nvPr/>
        </p:nvCxnSpPr>
        <p:spPr>
          <a:xfrm>
            <a:off x="7185454" y="1458638"/>
            <a:ext cx="414598" cy="133405"/>
          </a:xfrm>
          <a:prstGeom prst="bentConnector2">
            <a:avLst/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E1A54F51-C786-2320-C9A0-D2082746D540}"/>
              </a:ext>
            </a:extLst>
          </p:cNvPr>
          <p:cNvCxnSpPr>
            <a:cxnSpLocks/>
            <a:stCxn id="27" idx="3"/>
            <a:endCxn id="35" idx="2"/>
          </p:cNvCxnSpPr>
          <p:nvPr/>
        </p:nvCxnSpPr>
        <p:spPr>
          <a:xfrm flipV="1">
            <a:off x="7198706" y="2157099"/>
            <a:ext cx="401346" cy="206231"/>
          </a:xfrm>
          <a:prstGeom prst="bentConnector2">
            <a:avLst/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7EF805-02E9-540C-A8D5-B4AC84C8C1F5}"/>
                  </a:ext>
                </a:extLst>
              </p:cNvPr>
              <p:cNvSpPr txBox="1"/>
              <p:nvPr/>
            </p:nvSpPr>
            <p:spPr>
              <a:xfrm>
                <a:off x="7131478" y="1710872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7EF805-02E9-540C-A8D5-B4AC84C8C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478" y="1710872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B157CAF-835A-29E6-7E4C-BBB5CDDD5703}"/>
              </a:ext>
            </a:extLst>
          </p:cNvPr>
          <p:cNvSpPr/>
          <p:nvPr/>
        </p:nvSpPr>
        <p:spPr>
          <a:xfrm>
            <a:off x="4504574" y="3028990"/>
            <a:ext cx="3378005" cy="1066333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8070EA4-1C47-2949-F1AB-3FC977E37D61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F197A7-BD69-C700-3C06-FED86565A8E9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5A8FF77-25CC-9296-8F23-536BF6407AAB}"/>
              </a:ext>
            </a:extLst>
          </p:cNvPr>
          <p:cNvSpPr/>
          <p:nvPr/>
        </p:nvSpPr>
        <p:spPr>
          <a:xfrm>
            <a:off x="8903172" y="1135177"/>
            <a:ext cx="1058633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3519BCB-6CEA-B01A-983C-77EE8D448DC5}"/>
              </a:ext>
            </a:extLst>
          </p:cNvPr>
          <p:cNvGrpSpPr/>
          <p:nvPr/>
        </p:nvGrpSpPr>
        <p:grpSpPr>
          <a:xfrm>
            <a:off x="8909105" y="1196784"/>
            <a:ext cx="877050" cy="835993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15202DF-8F21-96BD-AA39-17A45A55F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806183B-98A2-35F6-3395-B49F6D0FCC5D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CDF2B5E-504A-C953-F442-8C5633F47A7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1D81D07-DF69-D0D2-4A73-15D90A8C188E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CE52DF5-3B36-26F6-288A-D91654816DDD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79D85AA-AAA2-BEEA-F958-2A084836DF89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5424C8-3B32-D5E0-3748-7A477B9E4131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6B9F0A-0061-B1A6-4A98-44B0F5E21777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D7FD8B-CF54-4803-3E9B-B6BBA71E7048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2C04D69-081D-3BB2-69F8-9A3BE8AC5566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6F5B7FD-5223-AC5E-817B-58E26BE1C346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F477363-EE97-29D8-F9D4-D68B29995C1B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8AC73E6-7D88-35F5-483A-E7C39EA14FAA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AF0CECF-FCF0-833A-BA3D-F45C3D359F12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2D82547-A71B-7174-291D-4C456D9529C9}"/>
              </a:ext>
            </a:extLst>
          </p:cNvPr>
          <p:cNvSpPr txBox="1"/>
          <p:nvPr/>
        </p:nvSpPr>
        <p:spPr>
          <a:xfrm>
            <a:off x="8863471" y="2024819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39FFF1A2-D58B-8735-D4AF-E8C7D1E7E93C}"/>
              </a:ext>
            </a:extLst>
          </p:cNvPr>
          <p:cNvSpPr/>
          <p:nvPr/>
        </p:nvSpPr>
        <p:spPr>
          <a:xfrm>
            <a:off x="10317878" y="1134596"/>
            <a:ext cx="116166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9453229-AC54-5ECB-C5D6-AB5509C87523}"/>
              </a:ext>
            </a:extLst>
          </p:cNvPr>
          <p:cNvGrpSpPr/>
          <p:nvPr/>
        </p:nvGrpSpPr>
        <p:grpSpPr>
          <a:xfrm>
            <a:off x="10339049" y="1065135"/>
            <a:ext cx="988759" cy="1056854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0E70847-E7B3-AD41-E051-56F3BEB57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77E4A76-D681-46F1-157B-78FDA4218216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B4618A6-6C1C-9ABF-4DB2-9807441F63EC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2DD321F-3B31-854F-043B-BD9F260009CD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045A50F-20B3-51A3-6915-A879CCE06B4F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EFF9444-6A75-D10D-A62B-A0EBA61BCFCA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DAF062A-6CEC-6BA7-CB33-922437FD8E81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2608453-4437-96A4-957E-5EB147DF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60255F-69D7-9858-D0F0-F23A27D2B232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60255F-69D7-9858-D0F0-F23A27D2B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85217B3-3788-1DF9-14D0-BF6AA454D5CE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791A58-C642-3587-FC8A-1866B6F2E957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1E3AC86-A6FD-F7E5-6672-815AF25333A1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1E3AC86-A6FD-F7E5-6672-815AF2533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18"/>
                  <a:stretch>
                    <a:fillRect l="-50000" r="-40000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11195CB-055D-17A4-CFD8-B4E857348749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11195CB-055D-17A4-CFD8-B4E857348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16667" r="-3333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1F8ACB36-3BB7-35E1-9F83-EA2B7AACE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180DD981-324F-9961-7C23-A17FE2966579}"/>
              </a:ext>
            </a:extLst>
          </p:cNvPr>
          <p:cNvSpPr txBox="1"/>
          <p:nvPr/>
        </p:nvSpPr>
        <p:spPr>
          <a:xfrm>
            <a:off x="10447458" y="2053386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9130D2-8912-7397-6439-E302BE68EE10}"/>
              </a:ext>
            </a:extLst>
          </p:cNvPr>
          <p:cNvSpPr txBox="1"/>
          <p:nvPr/>
        </p:nvSpPr>
        <p:spPr>
          <a:xfrm>
            <a:off x="10798192" y="125129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F1BB2A-D797-E433-A865-51981C3EA7BF}"/>
              </a:ext>
            </a:extLst>
          </p:cNvPr>
          <p:cNvSpPr/>
          <p:nvPr/>
        </p:nvSpPr>
        <p:spPr>
          <a:xfrm rot="5400000">
            <a:off x="10012336" y="264759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F7F8FE7-FD13-D0A2-2016-18C79D646660}"/>
              </a:ext>
            </a:extLst>
          </p:cNvPr>
          <p:cNvSpPr/>
          <p:nvPr/>
        </p:nvSpPr>
        <p:spPr>
          <a:xfrm>
            <a:off x="8532675" y="2958058"/>
            <a:ext cx="3318494" cy="85492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B643050-7A88-C2CE-BA00-7D5639C2C2B8}"/>
              </a:ext>
            </a:extLst>
          </p:cNvPr>
          <p:cNvSpPr/>
          <p:nvPr/>
        </p:nvSpPr>
        <p:spPr>
          <a:xfrm>
            <a:off x="8653324" y="3171737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85B8FB-0BF5-CD86-E30E-E0DEE34897B9}"/>
                  </a:ext>
                </a:extLst>
              </p:cNvPr>
              <p:cNvSpPr txBox="1"/>
              <p:nvPr/>
            </p:nvSpPr>
            <p:spPr>
              <a:xfrm>
                <a:off x="8793334" y="3080981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85B8FB-0BF5-CD86-E30E-E0DEE3489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80981"/>
                <a:ext cx="1387688" cy="338554"/>
              </a:xfrm>
              <a:prstGeom prst="rect">
                <a:avLst/>
              </a:prstGeom>
              <a:blipFill>
                <a:blip r:embed="rId20"/>
                <a:stretch>
                  <a:fillRect l="-2727" t="-3571" r="-1818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1C9B535A-4CB0-2AF4-CE4C-360381380BE0}"/>
              </a:ext>
            </a:extLst>
          </p:cNvPr>
          <p:cNvSpPr txBox="1"/>
          <p:nvPr/>
        </p:nvSpPr>
        <p:spPr>
          <a:xfrm>
            <a:off x="8554978" y="3390132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472C4"/>
                </a:solidFill>
              </a:rPr>
              <a:t>Decision-Difficult</a:t>
            </a:r>
            <a:endParaRPr lang="en-CN" sz="1600" dirty="0">
              <a:solidFill>
                <a:srgbClr val="4472C4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F99290-BE2E-C1A5-ABC0-6D405BB232CA}"/>
              </a:ext>
            </a:extLst>
          </p:cNvPr>
          <p:cNvSpPr/>
          <p:nvPr/>
        </p:nvSpPr>
        <p:spPr>
          <a:xfrm>
            <a:off x="10317694" y="3171737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BF8F081-142A-880E-DFC3-BFDDE7C6E9A6}"/>
                  </a:ext>
                </a:extLst>
              </p:cNvPr>
              <p:cNvSpPr txBox="1"/>
              <p:nvPr/>
            </p:nvSpPr>
            <p:spPr>
              <a:xfrm>
                <a:off x="10457704" y="3080981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BF8F081-142A-880E-DFC3-BFDDE7C6E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80981"/>
                <a:ext cx="1312347" cy="338554"/>
              </a:xfrm>
              <a:prstGeom prst="rect">
                <a:avLst/>
              </a:prstGeom>
              <a:blipFill>
                <a:blip r:embed="rId21"/>
                <a:stretch>
                  <a:fillRect l="-2885" t="-3571" r="-192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949F0F48-B975-769E-944B-393EC38C3B37}"/>
              </a:ext>
            </a:extLst>
          </p:cNvPr>
          <p:cNvSpPr txBox="1"/>
          <p:nvPr/>
        </p:nvSpPr>
        <p:spPr>
          <a:xfrm>
            <a:off x="10238119" y="3387314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EBAB80"/>
                </a:solidFill>
              </a:rPr>
              <a:t>Information-Poor</a:t>
            </a:r>
            <a:endParaRPr lang="en-CN" sz="1600" dirty="0">
              <a:solidFill>
                <a:srgbClr val="EBAB8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5864129-2609-8F54-F1A1-1050A349BA14}"/>
              </a:ext>
            </a:extLst>
          </p:cNvPr>
          <p:cNvCxnSpPr>
            <a:cxnSpLocks/>
          </p:cNvCxnSpPr>
          <p:nvPr/>
        </p:nvCxnSpPr>
        <p:spPr>
          <a:xfrm>
            <a:off x="10210829" y="3121584"/>
            <a:ext cx="0" cy="537095"/>
          </a:xfrm>
          <a:prstGeom prst="line">
            <a:avLst/>
          </a:prstGeom>
          <a:ln w="19050">
            <a:solidFill>
              <a:srgbClr val="F1A08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ight Arrow 110">
            <a:extLst>
              <a:ext uri="{FF2B5EF4-FFF2-40B4-BE49-F238E27FC236}">
                <a16:creationId xmlns:a16="http://schemas.microsoft.com/office/drawing/2014/main" id="{65FB19C0-4FC2-B0C7-FB06-B754185193CB}"/>
              </a:ext>
            </a:extLst>
          </p:cNvPr>
          <p:cNvSpPr/>
          <p:nvPr/>
        </p:nvSpPr>
        <p:spPr>
          <a:xfrm rot="5400000">
            <a:off x="10027637" y="389741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9EC5F1B0-01E5-0B1F-7222-D9683EF5BEE7}"/>
              </a:ext>
            </a:extLst>
          </p:cNvPr>
          <p:cNvSpPr/>
          <p:nvPr/>
        </p:nvSpPr>
        <p:spPr>
          <a:xfrm>
            <a:off x="8532675" y="4184877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CC75DCA-3500-28C9-5999-7294430ECB96}"/>
              </a:ext>
            </a:extLst>
          </p:cNvPr>
          <p:cNvGrpSpPr/>
          <p:nvPr/>
        </p:nvGrpSpPr>
        <p:grpSpPr>
          <a:xfrm>
            <a:off x="8669828" y="4276275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8C279B8-1EFC-E95B-2088-F553CB9FA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2889BC6-0CAC-2569-FB15-1C23024A6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E8AFADD-7CBF-8C06-1299-758F1217CECA}"/>
              </a:ext>
            </a:extLst>
          </p:cNvPr>
          <p:cNvSpPr txBox="1"/>
          <p:nvPr/>
        </p:nvSpPr>
        <p:spPr>
          <a:xfrm>
            <a:off x="9211458" y="4201682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73007CD-44C8-E92C-91B4-AFFEDD2B9282}"/>
                  </a:ext>
                </a:extLst>
              </p:cNvPr>
              <p:cNvSpPr txBox="1"/>
              <p:nvPr/>
            </p:nvSpPr>
            <p:spPr>
              <a:xfrm>
                <a:off x="9190640" y="4496546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73007CD-44C8-E92C-91B4-AFFEDD2B9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4496546"/>
                <a:ext cx="2521459" cy="307777"/>
              </a:xfrm>
              <a:prstGeom prst="rect">
                <a:avLst/>
              </a:prstGeom>
              <a:blipFill>
                <a:blip r:embed="rId2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BE6F7DB6-4DF2-A678-EC05-4DD38CD87308}"/>
              </a:ext>
            </a:extLst>
          </p:cNvPr>
          <p:cNvCxnSpPr>
            <a:cxnSpLocks/>
            <a:stCxn id="13" idx="3"/>
            <a:endCxn id="34" idx="2"/>
          </p:cNvCxnSpPr>
          <p:nvPr/>
        </p:nvCxnSpPr>
        <p:spPr>
          <a:xfrm flipV="1">
            <a:off x="3299348" y="2131354"/>
            <a:ext cx="346484" cy="16712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8E2F96D5-811B-6B74-4EEB-D1D140EF99E9}"/>
                  </a:ext>
                </a:extLst>
              </p:cNvPr>
              <p:cNvSpPr/>
              <p:nvPr/>
            </p:nvSpPr>
            <p:spPr>
              <a:xfrm>
                <a:off x="475305" y="3113892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8E2F96D5-811B-6B74-4EEB-D1D140EF9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5" y="3113892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2092F3C3-6EC1-BC6A-3E9A-8BCF346014C3}"/>
              </a:ext>
            </a:extLst>
          </p:cNvPr>
          <p:cNvSpPr/>
          <p:nvPr/>
        </p:nvSpPr>
        <p:spPr>
          <a:xfrm>
            <a:off x="475304" y="3505201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8686F5B-A6DC-7537-C38F-135339C40A2E}"/>
              </a:ext>
            </a:extLst>
          </p:cNvPr>
          <p:cNvSpPr/>
          <p:nvPr/>
        </p:nvSpPr>
        <p:spPr>
          <a:xfrm>
            <a:off x="475303" y="3907533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3D1786-A71D-3135-4060-2F24D7919DE7}"/>
              </a:ext>
            </a:extLst>
          </p:cNvPr>
          <p:cNvSpPr txBox="1"/>
          <p:nvPr/>
        </p:nvSpPr>
        <p:spPr>
          <a:xfrm>
            <a:off x="1779850" y="3100927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001A925-952F-C9C1-607F-938ED1BB1FBE}"/>
                  </a:ext>
                </a:extLst>
              </p:cNvPr>
              <p:cNvSpPr txBox="1"/>
              <p:nvPr/>
            </p:nvSpPr>
            <p:spPr>
              <a:xfrm>
                <a:off x="527935" y="3484302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001A925-952F-C9C1-607F-938ED1BB1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5" y="3484302"/>
                <a:ext cx="927690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BF27B61-043D-6B98-FD5D-50A833BE02F7}"/>
                  </a:ext>
                </a:extLst>
              </p:cNvPr>
              <p:cNvSpPr txBox="1"/>
              <p:nvPr/>
            </p:nvSpPr>
            <p:spPr>
              <a:xfrm>
                <a:off x="528791" y="3896510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BF27B61-043D-6B98-FD5D-50A833BE0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91" y="3896510"/>
                <a:ext cx="92948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5489CD17-69D3-D4DE-97C4-44F08DC4D1DF}"/>
              </a:ext>
            </a:extLst>
          </p:cNvPr>
          <p:cNvSpPr txBox="1"/>
          <p:nvPr/>
        </p:nvSpPr>
        <p:spPr>
          <a:xfrm>
            <a:off x="1774149" y="3484820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75EAE29-C182-8FF4-6BCA-AD5CE6DE021D}"/>
              </a:ext>
            </a:extLst>
          </p:cNvPr>
          <p:cNvSpPr txBox="1"/>
          <p:nvPr/>
        </p:nvSpPr>
        <p:spPr>
          <a:xfrm>
            <a:off x="1774149" y="3896510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47565895-9D2F-079A-8144-D4A177C581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194" y="4491168"/>
            <a:ext cx="342160" cy="342160"/>
          </a:xfrm>
          <a:prstGeom prst="rect">
            <a:avLst/>
          </a:prstGeom>
        </p:spPr>
      </p:pic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39425739-E111-1C4A-070C-99B898E4E50A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4877478" y="1751571"/>
            <a:ext cx="248739" cy="611759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8393630C-0747-65E6-B19F-AC120FD67755}"/>
              </a:ext>
            </a:extLst>
          </p:cNvPr>
          <p:cNvSpPr txBox="1"/>
          <p:nvPr/>
        </p:nvSpPr>
        <p:spPr>
          <a:xfrm>
            <a:off x="4648643" y="2868756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20ECFC73-70C2-56EF-E04A-3B407536B9F1}"/>
              </a:ext>
            </a:extLst>
          </p:cNvPr>
          <p:cNvSpPr/>
          <p:nvPr/>
        </p:nvSpPr>
        <p:spPr>
          <a:xfrm>
            <a:off x="4647420" y="3211357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964616EB-E126-4F2F-47F8-F1B8967CAF6F}"/>
              </a:ext>
            </a:extLst>
          </p:cNvPr>
          <p:cNvSpPr/>
          <p:nvPr/>
        </p:nvSpPr>
        <p:spPr>
          <a:xfrm>
            <a:off x="4647420" y="3628488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7E8A219F-6A61-65BE-B05E-CA782CB2B98E}"/>
              </a:ext>
            </a:extLst>
          </p:cNvPr>
          <p:cNvSpPr/>
          <p:nvPr/>
        </p:nvSpPr>
        <p:spPr>
          <a:xfrm>
            <a:off x="6295404" y="3211357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02424140-E8AE-4D57-5E1E-6713D4C9287E}"/>
              </a:ext>
            </a:extLst>
          </p:cNvPr>
          <p:cNvSpPr/>
          <p:nvPr/>
        </p:nvSpPr>
        <p:spPr>
          <a:xfrm>
            <a:off x="6305136" y="3639511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1CD6A98-9C70-6877-3E0C-5520414717F9}"/>
              </a:ext>
            </a:extLst>
          </p:cNvPr>
          <p:cNvSpPr/>
          <p:nvPr/>
        </p:nvSpPr>
        <p:spPr>
          <a:xfrm>
            <a:off x="4511081" y="4204287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582E3F-5663-A6B7-D604-FF8FD453F0B5}"/>
                  </a:ext>
                </a:extLst>
              </p:cNvPr>
              <p:cNvSpPr txBox="1"/>
              <p:nvPr/>
            </p:nvSpPr>
            <p:spPr>
              <a:xfrm>
                <a:off x="5286955" y="4203983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582E3F-5663-A6B7-D604-FF8FD453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955" y="4203983"/>
                <a:ext cx="2626296" cy="307777"/>
              </a:xfrm>
              <a:prstGeom prst="rect">
                <a:avLst/>
              </a:prstGeom>
              <a:blipFill>
                <a:blip r:embed="rId2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276E7204-3C35-9A08-2EBC-DBB64FD8C769}"/>
              </a:ext>
            </a:extLst>
          </p:cNvPr>
          <p:cNvSpPr/>
          <p:nvPr/>
        </p:nvSpPr>
        <p:spPr>
          <a:xfrm rot="16200000">
            <a:off x="6152316" y="4277665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225DF-CE39-5A5A-9AA6-54780298C7DF}"/>
              </a:ext>
            </a:extLst>
          </p:cNvPr>
          <p:cNvSpPr txBox="1"/>
          <p:nvPr/>
        </p:nvSpPr>
        <p:spPr>
          <a:xfrm>
            <a:off x="5601870" y="4600126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6A7F02ED-AD7D-2DB4-209A-54656ADE5B9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61733" y="4363166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DAB202A-CE9D-9497-DB40-4D05C38C7753}"/>
                  </a:ext>
                </a:extLst>
              </p:cNvPr>
              <p:cNvSpPr txBox="1"/>
              <p:nvPr/>
            </p:nvSpPr>
            <p:spPr>
              <a:xfrm>
                <a:off x="4640744" y="3193663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DAB202A-CE9D-9497-DB40-4D05C38C7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3193663"/>
                <a:ext cx="1496243" cy="338554"/>
              </a:xfrm>
              <a:prstGeom prst="rect">
                <a:avLst/>
              </a:prstGeom>
              <a:blipFill>
                <a:blip r:embed="rId29"/>
                <a:stretch>
                  <a:fillRect t="-3704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91D42DF-AF86-644A-1EF1-43E8CB8D46D9}"/>
                  </a:ext>
                </a:extLst>
              </p:cNvPr>
              <p:cNvSpPr txBox="1"/>
              <p:nvPr/>
            </p:nvSpPr>
            <p:spPr>
              <a:xfrm>
                <a:off x="6243544" y="3604746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91D42DF-AF86-644A-1EF1-43E8CB8D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3604746"/>
                <a:ext cx="1616661" cy="338554"/>
              </a:xfrm>
              <a:prstGeom prst="rect">
                <a:avLst/>
              </a:prstGeom>
              <a:blipFill>
                <a:blip r:embed="rId30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F1CE9EE-B2B8-C099-1060-DDA38EE68A03}"/>
                  </a:ext>
                </a:extLst>
              </p:cNvPr>
              <p:cNvSpPr txBox="1"/>
              <p:nvPr/>
            </p:nvSpPr>
            <p:spPr>
              <a:xfrm>
                <a:off x="4642334" y="3603625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F1CE9EE-B2B8-C099-1060-DDA38EE6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3603625"/>
                <a:ext cx="1438214" cy="338554"/>
              </a:xfrm>
              <a:prstGeom prst="rect">
                <a:avLst/>
              </a:prstGeom>
              <a:blipFill>
                <a:blip r:embed="rId31"/>
                <a:stretch>
                  <a:fillRect t="-3571" r="-175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D9F4EB0-B97C-290A-7719-C2AAE29159D8}"/>
                  </a:ext>
                </a:extLst>
              </p:cNvPr>
              <p:cNvSpPr txBox="1"/>
              <p:nvPr/>
            </p:nvSpPr>
            <p:spPr>
              <a:xfrm>
                <a:off x="6249740" y="3193534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D9F4EB0-B97C-290A-7719-C2AAE2915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3193534"/>
                <a:ext cx="785087" cy="338554"/>
              </a:xfrm>
              <a:prstGeom prst="rect">
                <a:avLst/>
              </a:prstGeom>
              <a:blipFill>
                <a:blip r:embed="rId32"/>
                <a:stretch>
                  <a:fillRect t="-3704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8E7DC2B2-73AA-A991-EAE8-E4874CEA26D4}"/>
              </a:ext>
            </a:extLst>
          </p:cNvPr>
          <p:cNvSpPr/>
          <p:nvPr/>
        </p:nvSpPr>
        <p:spPr>
          <a:xfrm>
            <a:off x="4018414" y="2423347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C49E5F5C-4C58-3CAC-F17D-F630967260A0}"/>
              </a:ext>
            </a:extLst>
          </p:cNvPr>
          <p:cNvSpPr/>
          <p:nvPr/>
        </p:nvSpPr>
        <p:spPr>
          <a:xfrm>
            <a:off x="8021594" y="2435548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5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/>
              <p:nvPr/>
            </p:nvSpPr>
            <p:spPr>
              <a:xfrm>
                <a:off x="5440963" y="1108514"/>
                <a:ext cx="18198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State text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963" y="1108514"/>
                <a:ext cx="1819857" cy="307777"/>
              </a:xfrm>
              <a:prstGeom prst="rect">
                <a:avLst/>
              </a:prstGeom>
              <a:blipFill>
                <a:blip r:embed="rId9"/>
                <a:stretch>
                  <a:fillRect l="-694"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65E7A14-5EBA-6817-F1E5-0AA9B1856D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8916" y="1191631"/>
            <a:ext cx="452689" cy="452689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AC190D-084E-1E27-A798-3AC3448D46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97716" y="6322453"/>
            <a:ext cx="452689" cy="4526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3722098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3570347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5328583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632157" y="5354144"/>
                <a:ext cx="3328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7" y="5354144"/>
                <a:ext cx="3328347" cy="338554"/>
              </a:xfrm>
              <a:prstGeom prst="rect">
                <a:avLst/>
              </a:prstGeom>
              <a:blipFill>
                <a:blip r:embed="rId1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825704"/>
            <a:ext cx="3378005" cy="93973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3941656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3941656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332965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4735297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3928691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312066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312066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4724274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4724274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312584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4724274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9" y="5350538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48643" y="4649428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0FD979E4-9CE0-7074-0DEA-3A9738E6C875}"/>
              </a:ext>
            </a:extLst>
          </p:cNvPr>
          <p:cNvSpPr/>
          <p:nvPr/>
        </p:nvSpPr>
        <p:spPr>
          <a:xfrm rot="16200000">
            <a:off x="5999014" y="7116638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C0623-AB61-F2C1-3EDF-6714322CC112}"/>
              </a:ext>
            </a:extLst>
          </p:cNvPr>
          <p:cNvSpPr txBox="1"/>
          <p:nvPr/>
        </p:nvSpPr>
        <p:spPr>
          <a:xfrm>
            <a:off x="5448568" y="7439099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blipFill>
                <a:blip r:embed="rId33"/>
                <a:stretch>
                  <a:fillRect t="-7407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/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blipFill>
                <a:blip r:embed="rId34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7407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2423347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2435548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095323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449654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4850573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97F59DF0-94E0-B38B-EA9A-011F55DC9F61}"/>
              </a:ext>
            </a:extLst>
          </p:cNvPr>
          <p:cNvSpPr txBox="1"/>
          <p:nvPr/>
        </p:nvSpPr>
        <p:spPr>
          <a:xfrm>
            <a:off x="5488900" y="1321313"/>
            <a:ext cx="177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(state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text,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history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AE7070A-FA87-5788-1F37-94695EC2E849}"/>
              </a:ext>
            </a:extLst>
          </p:cNvPr>
          <p:cNvSpPr txBox="1"/>
          <p:nvPr/>
        </p:nvSpPr>
        <p:spPr>
          <a:xfrm>
            <a:off x="6770192" y="6171576"/>
            <a:ext cx="1572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Action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metadata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5B79153-E8EC-1E21-EA8E-6CAB37B594EB}"/>
              </a:ext>
            </a:extLst>
          </p:cNvPr>
          <p:cNvSpPr txBox="1"/>
          <p:nvPr/>
        </p:nvSpPr>
        <p:spPr>
          <a:xfrm>
            <a:off x="6786166" y="6429158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(step,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action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type…)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2044124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1AD513D-997F-596F-E702-DDDC0B3E0965}"/>
              </a:ext>
            </a:extLst>
          </p:cNvPr>
          <p:cNvGrpSpPr/>
          <p:nvPr/>
        </p:nvGrpSpPr>
        <p:grpSpPr>
          <a:xfrm>
            <a:off x="4640987" y="2395801"/>
            <a:ext cx="3121401" cy="567690"/>
            <a:chOff x="3576744" y="3431318"/>
            <a:chExt cx="3121401" cy="56769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0EEC1E-F833-8951-3ED5-EA5F50D81A55}"/>
                </a:ext>
              </a:extLst>
            </p:cNvPr>
            <p:cNvGrpSpPr/>
            <p:nvPr/>
          </p:nvGrpSpPr>
          <p:grpSpPr>
            <a:xfrm>
              <a:off x="3576744" y="3431318"/>
              <a:ext cx="3121401" cy="567690"/>
              <a:chOff x="4350758" y="1753359"/>
              <a:chExt cx="3121401" cy="5676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75EB396-B638-E83A-2D64-92A38236DE0A}"/>
                  </a:ext>
                </a:extLst>
              </p:cNvPr>
              <p:cNvSpPr/>
              <p:nvPr/>
            </p:nvSpPr>
            <p:spPr>
              <a:xfrm>
                <a:off x="4350758" y="1753359"/>
                <a:ext cx="3121401" cy="5676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100EC0-2CF1-36C8-3B90-40DA1554342D}"/>
                  </a:ext>
                </a:extLst>
              </p:cNvPr>
              <p:cNvSpPr txBox="1"/>
              <p:nvPr/>
            </p:nvSpPr>
            <p:spPr>
              <a:xfrm>
                <a:off x="4965963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C84CBC-F2B4-84DF-FEFE-13523DAB2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3686924" y="3486266"/>
              <a:ext cx="440667" cy="4406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C172C-4E74-FBE7-7E07-811ED01E9D3A}"/>
                </a:ext>
              </a:extLst>
            </p:cNvPr>
            <p:cNvSpPr txBox="1"/>
            <p:nvPr/>
          </p:nvSpPr>
          <p:spPr>
            <a:xfrm>
              <a:off x="4189946" y="3656446"/>
              <a:ext cx="19726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A7F81-E591-2C76-063D-8CF4D62661EA}"/>
              </a:ext>
            </a:extLst>
          </p:cNvPr>
          <p:cNvGrpSpPr/>
          <p:nvPr/>
        </p:nvGrpSpPr>
        <p:grpSpPr>
          <a:xfrm>
            <a:off x="4640744" y="3019277"/>
            <a:ext cx="3119205" cy="579872"/>
            <a:chOff x="3576745" y="3438662"/>
            <a:chExt cx="3119205" cy="57987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D9225F-098C-FB6F-9AE0-399B644654C8}"/>
                </a:ext>
              </a:extLst>
            </p:cNvPr>
            <p:cNvGrpSpPr/>
            <p:nvPr/>
          </p:nvGrpSpPr>
          <p:grpSpPr>
            <a:xfrm>
              <a:off x="3576745" y="3438662"/>
              <a:ext cx="3119205" cy="579872"/>
              <a:chOff x="4350759" y="1760703"/>
              <a:chExt cx="3119205" cy="57987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625663D-E705-AB37-1DBF-EA18D6E8CFD9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3119205" cy="57987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2EEC7-5CD6-C007-0ADD-8CFED40F4641}"/>
                  </a:ext>
                </a:extLst>
              </p:cNvPr>
              <p:cNvSpPr txBox="1"/>
              <p:nvPr/>
            </p:nvSpPr>
            <p:spPr>
              <a:xfrm>
                <a:off x="4972389" y="1781413"/>
                <a:ext cx="2366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0FA56D-C2D5-BAE2-D328-9E21D56F3AB4}"/>
                </a:ext>
              </a:extLst>
            </p:cNvPr>
            <p:cNvSpPr txBox="1"/>
            <p:nvPr/>
          </p:nvSpPr>
          <p:spPr>
            <a:xfrm>
              <a:off x="4189514" y="3678026"/>
              <a:ext cx="19640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3095870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705625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8D5EE24-67F0-9D32-9274-75B270E4DC3B}"/>
              </a:ext>
            </a:extLst>
          </p:cNvPr>
          <p:cNvCxnSpPr>
            <a:cxnSpLocks/>
          </p:cNvCxnSpPr>
          <p:nvPr/>
        </p:nvCxnSpPr>
        <p:spPr>
          <a:xfrm>
            <a:off x="6145149" y="3735277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/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blipFill>
                <a:blip r:embed="rId45"/>
                <a:stretch>
                  <a:fillRect l="-877" t="-2273" r="-877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1DAF52F-63A6-0D31-492A-82B53AEEDDBF}"/>
              </a:ext>
            </a:extLst>
          </p:cNvPr>
          <p:cNvGrpSpPr/>
          <p:nvPr/>
        </p:nvGrpSpPr>
        <p:grpSpPr>
          <a:xfrm>
            <a:off x="5988335" y="4196569"/>
            <a:ext cx="1981552" cy="220590"/>
            <a:chOff x="7992477" y="6025957"/>
            <a:chExt cx="1981552" cy="220590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4C156EAA-54A7-2F27-7AF4-8BB0EF31A3CD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08718291-0649-2FC6-C743-CD68F9716F97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326EC4C3-8108-AA2E-E2B8-1A1AE493A4D5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CF6C81CB-D86E-1311-8DFC-A6BD0E5E0C25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8" name="Rounded Rectangle 187">
              <a:extLst>
                <a:ext uri="{FF2B5EF4-FFF2-40B4-BE49-F238E27FC236}">
                  <a16:creationId xmlns:a16="http://schemas.microsoft.com/office/drawing/2014/main" id="{F4311762-B7CF-AF9B-E95A-F2E4976BD66A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2277CF4D-FF8F-406C-69B8-081C2C17526F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16FB753B-1BF4-6A91-629D-AD9277C36DC2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1" name="Rounded Rectangle 190">
              <a:extLst>
                <a:ext uri="{FF2B5EF4-FFF2-40B4-BE49-F238E27FC236}">
                  <a16:creationId xmlns:a16="http://schemas.microsoft.com/office/drawing/2014/main" id="{1F7D0A32-A658-E9FD-CE1F-2E1D15637DE5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B652FFEA-6B30-3149-A2E6-A7F8EF57B6BE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blipFill>
                <a:blip r:embed="rId4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7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/>
              <p:nvPr/>
            </p:nvSpPr>
            <p:spPr>
              <a:xfrm>
                <a:off x="4884953" y="1109509"/>
                <a:ext cx="12123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Raw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state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53" y="1109509"/>
                <a:ext cx="1212383" cy="307777"/>
              </a:xfrm>
              <a:prstGeom prst="rect">
                <a:avLst/>
              </a:prstGeom>
              <a:blipFill>
                <a:blip r:embed="rId9"/>
                <a:stretch>
                  <a:fillRect l="-1031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65E7A14-5EBA-6817-F1E5-0AA9B1856D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4574" y="1233576"/>
            <a:ext cx="452689" cy="452689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AC190D-084E-1E27-A798-3AC3448D46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08464" y="1252936"/>
            <a:ext cx="452689" cy="4526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4284161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4132410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3766951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632157" y="3792512"/>
                <a:ext cx="31879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7" y="3792512"/>
                <a:ext cx="3187989" cy="338554"/>
              </a:xfrm>
              <a:prstGeom prst="rect">
                <a:avLst/>
              </a:prstGeom>
              <a:blipFill>
                <a:blip r:embed="rId1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825704"/>
            <a:ext cx="3378005" cy="93973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4503719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4503719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895028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5297360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4490754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874129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874129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528633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5286337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874647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5286337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9" y="3788906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48643" y="4649428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0FD979E4-9CE0-7074-0DEA-3A9738E6C875}"/>
              </a:ext>
            </a:extLst>
          </p:cNvPr>
          <p:cNvSpPr/>
          <p:nvPr/>
        </p:nvSpPr>
        <p:spPr>
          <a:xfrm rot="16200000">
            <a:off x="5999014" y="7116638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C0623-AB61-F2C1-3EDF-6714322CC112}"/>
              </a:ext>
            </a:extLst>
          </p:cNvPr>
          <p:cNvSpPr txBox="1"/>
          <p:nvPr/>
        </p:nvSpPr>
        <p:spPr>
          <a:xfrm>
            <a:off x="5448568" y="7439099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blipFill>
                <a:blip r:embed="rId33"/>
                <a:stretch>
                  <a:fillRect t="-7407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/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blipFill>
                <a:blip r:embed="rId34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7407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3079331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3091532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65738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5058609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541263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97F59DF0-94E0-B38B-EA9A-011F55DC9F61}"/>
              </a:ext>
            </a:extLst>
          </p:cNvPr>
          <p:cNvSpPr txBox="1"/>
          <p:nvPr/>
        </p:nvSpPr>
        <p:spPr>
          <a:xfrm>
            <a:off x="4877263" y="1354591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(state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text,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history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2C20C43-334E-B156-D6E8-979E416DEC76}"/>
              </a:ext>
            </a:extLst>
          </p:cNvPr>
          <p:cNvSpPr txBox="1"/>
          <p:nvPr/>
        </p:nvSpPr>
        <p:spPr>
          <a:xfrm>
            <a:off x="5925639" y="132889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omic Sans MS" panose="030F0902030302020204" pitchFamily="66" charset="0"/>
              </a:rPr>
              <a:t>+</a:t>
            </a:r>
            <a:endParaRPr lang="en-US" dirty="0">
              <a:latin typeface="Comic Sans MS" panose="030F0902030302020204" pitchFamily="66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AE7070A-FA87-5788-1F37-94695EC2E849}"/>
              </a:ext>
            </a:extLst>
          </p:cNvPr>
          <p:cNvSpPr txBox="1"/>
          <p:nvPr/>
        </p:nvSpPr>
        <p:spPr>
          <a:xfrm>
            <a:off x="6580940" y="1102059"/>
            <a:ext cx="1572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Action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metadata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5B79153-E8EC-1E21-EA8E-6CAB37B594EB}"/>
              </a:ext>
            </a:extLst>
          </p:cNvPr>
          <p:cNvSpPr txBox="1"/>
          <p:nvPr/>
        </p:nvSpPr>
        <p:spPr>
          <a:xfrm>
            <a:off x="6596914" y="1359641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(step,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action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type…)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2044124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1AD513D-997F-596F-E702-DDDC0B3E0965}"/>
              </a:ext>
            </a:extLst>
          </p:cNvPr>
          <p:cNvGrpSpPr/>
          <p:nvPr/>
        </p:nvGrpSpPr>
        <p:grpSpPr>
          <a:xfrm>
            <a:off x="4640987" y="2395801"/>
            <a:ext cx="3121401" cy="567690"/>
            <a:chOff x="3576744" y="3431318"/>
            <a:chExt cx="3121401" cy="56769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0EEC1E-F833-8951-3ED5-EA5F50D81A55}"/>
                </a:ext>
              </a:extLst>
            </p:cNvPr>
            <p:cNvGrpSpPr/>
            <p:nvPr/>
          </p:nvGrpSpPr>
          <p:grpSpPr>
            <a:xfrm>
              <a:off x="3576744" y="3431318"/>
              <a:ext cx="3121401" cy="567690"/>
              <a:chOff x="4350758" y="1753359"/>
              <a:chExt cx="3121401" cy="5676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75EB396-B638-E83A-2D64-92A38236DE0A}"/>
                  </a:ext>
                </a:extLst>
              </p:cNvPr>
              <p:cNvSpPr/>
              <p:nvPr/>
            </p:nvSpPr>
            <p:spPr>
              <a:xfrm>
                <a:off x="4350758" y="1753359"/>
                <a:ext cx="3121401" cy="5676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100EC0-2CF1-36C8-3B90-40DA1554342D}"/>
                  </a:ext>
                </a:extLst>
              </p:cNvPr>
              <p:cNvSpPr txBox="1"/>
              <p:nvPr/>
            </p:nvSpPr>
            <p:spPr>
              <a:xfrm>
                <a:off x="4965963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C84CBC-F2B4-84DF-FEFE-13523DAB2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3686924" y="3486266"/>
              <a:ext cx="440667" cy="4406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C172C-4E74-FBE7-7E07-811ED01E9D3A}"/>
                </a:ext>
              </a:extLst>
            </p:cNvPr>
            <p:cNvSpPr txBox="1"/>
            <p:nvPr/>
          </p:nvSpPr>
          <p:spPr>
            <a:xfrm>
              <a:off x="4189946" y="3656446"/>
              <a:ext cx="19726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A7F81-E591-2C76-063D-8CF4D62661EA}"/>
              </a:ext>
            </a:extLst>
          </p:cNvPr>
          <p:cNvGrpSpPr/>
          <p:nvPr/>
        </p:nvGrpSpPr>
        <p:grpSpPr>
          <a:xfrm>
            <a:off x="4640744" y="3019277"/>
            <a:ext cx="3119205" cy="579872"/>
            <a:chOff x="3576745" y="3438662"/>
            <a:chExt cx="3119205" cy="57987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D9225F-098C-FB6F-9AE0-399B644654C8}"/>
                </a:ext>
              </a:extLst>
            </p:cNvPr>
            <p:cNvGrpSpPr/>
            <p:nvPr/>
          </p:nvGrpSpPr>
          <p:grpSpPr>
            <a:xfrm>
              <a:off x="3576745" y="3438662"/>
              <a:ext cx="3119205" cy="579872"/>
              <a:chOff x="4350759" y="1760703"/>
              <a:chExt cx="3119205" cy="57987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625663D-E705-AB37-1DBF-EA18D6E8CFD9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3119205" cy="57987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2EEC7-5CD6-C007-0ADD-8CFED40F4641}"/>
                  </a:ext>
                </a:extLst>
              </p:cNvPr>
              <p:cNvSpPr txBox="1"/>
              <p:nvPr/>
            </p:nvSpPr>
            <p:spPr>
              <a:xfrm>
                <a:off x="4972389" y="1781413"/>
                <a:ext cx="2366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0FA56D-C2D5-BAE2-D328-9E21D56F3AB4}"/>
                </a:ext>
              </a:extLst>
            </p:cNvPr>
            <p:cNvSpPr txBox="1"/>
            <p:nvPr/>
          </p:nvSpPr>
          <p:spPr>
            <a:xfrm>
              <a:off x="4189514" y="3678026"/>
              <a:ext cx="19640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3095870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705625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8D5EE24-67F0-9D32-9274-75B270E4DC3B}"/>
              </a:ext>
            </a:extLst>
          </p:cNvPr>
          <p:cNvCxnSpPr>
            <a:cxnSpLocks/>
          </p:cNvCxnSpPr>
          <p:nvPr/>
        </p:nvCxnSpPr>
        <p:spPr>
          <a:xfrm>
            <a:off x="6145149" y="3735277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/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blipFill>
                <a:blip r:embed="rId45"/>
                <a:stretch>
                  <a:fillRect l="-877" t="-2273" r="-877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1DAF52F-63A6-0D31-492A-82B53AEEDDBF}"/>
              </a:ext>
            </a:extLst>
          </p:cNvPr>
          <p:cNvGrpSpPr/>
          <p:nvPr/>
        </p:nvGrpSpPr>
        <p:grpSpPr>
          <a:xfrm>
            <a:off x="5988335" y="4196569"/>
            <a:ext cx="1981552" cy="220590"/>
            <a:chOff x="7992477" y="6025957"/>
            <a:chExt cx="1981552" cy="220590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4C156EAA-54A7-2F27-7AF4-8BB0EF31A3CD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08718291-0649-2FC6-C743-CD68F9716F97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326EC4C3-8108-AA2E-E2B8-1A1AE493A4D5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CF6C81CB-D86E-1311-8DFC-A6BD0E5E0C25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8" name="Rounded Rectangle 187">
              <a:extLst>
                <a:ext uri="{FF2B5EF4-FFF2-40B4-BE49-F238E27FC236}">
                  <a16:creationId xmlns:a16="http://schemas.microsoft.com/office/drawing/2014/main" id="{F4311762-B7CF-AF9B-E95A-F2E4976BD66A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2277CF4D-FF8F-406C-69B8-081C2C17526F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16FB753B-1BF4-6A91-629D-AD9277C36DC2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1" name="Rounded Rectangle 190">
              <a:extLst>
                <a:ext uri="{FF2B5EF4-FFF2-40B4-BE49-F238E27FC236}">
                  <a16:creationId xmlns:a16="http://schemas.microsoft.com/office/drawing/2014/main" id="{1F7D0A32-A658-E9FD-CE1F-2E1D15637DE5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B652FFEA-6B30-3149-A2E6-A7F8EF57B6BE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blipFill>
                <a:blip r:embed="rId4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4A43C53-044E-A182-4A02-FC5099F83F8E}"/>
              </a:ext>
            </a:extLst>
          </p:cNvPr>
          <p:cNvSpPr/>
          <p:nvPr/>
        </p:nvSpPr>
        <p:spPr>
          <a:xfrm rot="5400000">
            <a:off x="1804155" y="3612113"/>
            <a:ext cx="272587" cy="196954"/>
          </a:xfrm>
          <a:prstGeom prst="rightArrow">
            <a:avLst/>
          </a:prstGeom>
          <a:solidFill>
            <a:srgbClr val="DCE9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4531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4336711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4184960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3766951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𝑡𝑒𝑥𝑡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668524"/>
            <a:ext cx="3378005" cy="109691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947578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5349910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4543304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958727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5338887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029" y="3788906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37637" y="4543303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88970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889701"/>
                <a:ext cx="1496243" cy="338554"/>
              </a:xfrm>
              <a:prstGeom prst="rect">
                <a:avLst/>
              </a:prstGeom>
              <a:blipFill>
                <a:blip r:embed="rId34"/>
                <a:stretch>
                  <a:fillRect t="-3571" r="-840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FABFCD26-A883-C016-606B-BE32AF40B76B}"/>
              </a:ext>
            </a:extLst>
          </p:cNvPr>
          <p:cNvSpPr txBox="1"/>
          <p:nvPr/>
        </p:nvSpPr>
        <p:spPr>
          <a:xfrm>
            <a:off x="6296094" y="5353334"/>
            <a:ext cx="1502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457543"/>
                </a:solidFill>
              </a:rPr>
              <a:t>evidence_cnt</a:t>
            </a:r>
            <a:r>
              <a:rPr lang="en-US" sz="1600" dirty="0">
                <a:solidFill>
                  <a:srgbClr val="457543"/>
                </a:solidFill>
              </a:rPr>
              <a:t>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074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96094" y="488957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94" y="488957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3571" r="-3175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3079331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3091532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70993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5111159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546518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1941650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1971127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1971127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75EB396-B638-E83A-2D64-92A38236DE0A}"/>
              </a:ext>
            </a:extLst>
          </p:cNvPr>
          <p:cNvSpPr/>
          <p:nvPr/>
        </p:nvSpPr>
        <p:spPr>
          <a:xfrm>
            <a:off x="4640987" y="2293327"/>
            <a:ext cx="3121401" cy="567690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00EC0-2CF1-36C8-3B90-40DA1554342D}"/>
              </a:ext>
            </a:extLst>
          </p:cNvPr>
          <p:cNvSpPr txBox="1"/>
          <p:nvPr/>
        </p:nvSpPr>
        <p:spPr>
          <a:xfrm>
            <a:off x="5222618" y="2314453"/>
            <a:ext cx="2177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Universal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C84CBC-F2B4-84DF-FEFE-13523DAB252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51167" y="2348275"/>
            <a:ext cx="440667" cy="4406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DC172C-4E74-FBE7-7E07-811ED01E9D3A}"/>
              </a:ext>
            </a:extLst>
          </p:cNvPr>
          <p:cNvSpPr txBox="1"/>
          <p:nvPr/>
        </p:nvSpPr>
        <p:spPr>
          <a:xfrm>
            <a:off x="5222618" y="2518455"/>
            <a:ext cx="247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token entropy, state text length, …</a:t>
            </a:r>
            <a:endParaRPr lang="en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625663D-E705-AB37-1DBF-EA18D6E8CFD9}"/>
              </a:ext>
            </a:extLst>
          </p:cNvPr>
          <p:cNvSpPr/>
          <p:nvPr/>
        </p:nvSpPr>
        <p:spPr>
          <a:xfrm>
            <a:off x="4640744" y="2916803"/>
            <a:ext cx="3119205" cy="579872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2EEC7-5CD6-C007-0ADD-8CFED40F4641}"/>
              </a:ext>
            </a:extLst>
          </p:cNvPr>
          <p:cNvSpPr txBox="1"/>
          <p:nvPr/>
        </p:nvSpPr>
        <p:spPr>
          <a:xfrm>
            <a:off x="5222618" y="2937513"/>
            <a:ext cx="265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LLM Reasoning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FA56D-C2D5-BAE2-D328-9E21D56F3AB4}"/>
              </a:ext>
            </a:extLst>
          </p:cNvPr>
          <p:cNvSpPr txBox="1"/>
          <p:nvPr/>
        </p:nvSpPr>
        <p:spPr>
          <a:xfrm>
            <a:off x="5222618" y="3156167"/>
            <a:ext cx="1964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action type, action length, …</a:t>
            </a:r>
            <a:endParaRPr lang="en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2993396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577560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659695" y="3307796"/>
                <a:ext cx="18502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695" y="3307796"/>
                <a:ext cx="1850236" cy="276999"/>
              </a:xfrm>
              <a:prstGeom prst="rect">
                <a:avLst/>
              </a:prstGeom>
              <a:blipFill>
                <a:blip r:embed="rId45"/>
                <a:stretch>
                  <a:fillRect l="-685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18925" y="3307796"/>
                <a:ext cx="1651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925" y="3307796"/>
                <a:ext cx="1651493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4A43C53-044E-A182-4A02-FC5099F83F8E}"/>
              </a:ext>
            </a:extLst>
          </p:cNvPr>
          <p:cNvSpPr/>
          <p:nvPr/>
        </p:nvSpPr>
        <p:spPr>
          <a:xfrm rot="5400000">
            <a:off x="1804155" y="3612113"/>
            <a:ext cx="272587" cy="196954"/>
          </a:xfrm>
          <a:prstGeom prst="rightArrow">
            <a:avLst/>
          </a:prstGeom>
          <a:solidFill>
            <a:srgbClr val="DCE9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6FB137-C26B-B665-6B3B-1A5F2209947D}"/>
              </a:ext>
            </a:extLst>
          </p:cNvPr>
          <p:cNvSpPr/>
          <p:nvPr/>
        </p:nvSpPr>
        <p:spPr>
          <a:xfrm>
            <a:off x="1147041" y="6661068"/>
            <a:ext cx="3734261" cy="392696"/>
          </a:xfrm>
          <a:prstGeom prst="roundRect">
            <a:avLst>
              <a:gd name="adj" fmla="val 8677"/>
            </a:avLst>
          </a:prstGeom>
          <a:solidFill>
            <a:srgbClr val="E3F0D9"/>
          </a:solidFill>
          <a:ln w="19050">
            <a:solidFill>
              <a:srgbClr val="639552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/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blipFill>
                <a:blip r:embed="rId50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B0207FB1-13EA-735C-DC16-12EEF4907961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3348" y="6683023"/>
            <a:ext cx="342160" cy="342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/>
              <p:nvPr/>
            </p:nvSpPr>
            <p:spPr>
              <a:xfrm>
                <a:off x="5321800" y="1121243"/>
                <a:ext cx="19449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State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latin typeface="Comic Sans MS" panose="030F0902030302020204" pitchFamily="66" charset="0"/>
                  </a:rPr>
                  <a:t> </a:t>
                </a:r>
                <a:br>
                  <a:rPr lang="en-US" altLang="zh-CN" sz="1400" dirty="0">
                    <a:latin typeface="Comic Sans MS" panose="030F0902030302020204" pitchFamily="66" charset="0"/>
                  </a:rPr>
                </a:br>
                <a:r>
                  <a:rPr lang="en-US" altLang="zh-CN" sz="1400" dirty="0">
                    <a:latin typeface="Comic Sans MS" panose="030F0902030302020204" pitchFamily="66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0" y="1121243"/>
                <a:ext cx="1944915" cy="523220"/>
              </a:xfrm>
              <a:prstGeom prst="rect">
                <a:avLst/>
              </a:prstGeom>
              <a:blipFill>
                <a:blip r:embed="rId51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105">
            <a:extLst>
              <a:ext uri="{FF2B5EF4-FFF2-40B4-BE49-F238E27FC236}">
                <a16:creationId xmlns:a16="http://schemas.microsoft.com/office/drawing/2014/main" id="{45CDA63B-9045-C352-02E9-06569C4C124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252268" y="1138065"/>
            <a:ext cx="452689" cy="452689"/>
          </a:xfrm>
          <a:prstGeom prst="rect">
            <a:avLst/>
          </a:prstGeom>
        </p:spPr>
      </p:pic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C030C16A-C846-E14C-EF01-07B09E5C0EAC}"/>
              </a:ext>
            </a:extLst>
          </p:cNvPr>
          <p:cNvSpPr/>
          <p:nvPr/>
        </p:nvSpPr>
        <p:spPr>
          <a:xfrm>
            <a:off x="4511747" y="3784345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/>
              <p:nvPr/>
            </p:nvSpPr>
            <p:spPr>
              <a:xfrm>
                <a:off x="5203539" y="3784041"/>
                <a:ext cx="27517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539" y="3784041"/>
                <a:ext cx="2751779" cy="307777"/>
              </a:xfrm>
              <a:prstGeom prst="rect">
                <a:avLst/>
              </a:prstGeom>
              <a:blipFill>
                <a:blip r:embed="rId5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" name="Picture 141">
            <a:extLst>
              <a:ext uri="{FF2B5EF4-FFF2-40B4-BE49-F238E27FC236}">
                <a16:creationId xmlns:a16="http://schemas.microsoft.com/office/drawing/2014/main" id="{7BE5893F-52DE-21CC-0600-C83C73C6E7CD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1167" y="3891355"/>
            <a:ext cx="436016" cy="436016"/>
          </a:xfrm>
          <a:prstGeom prst="rect">
            <a:avLst/>
          </a:prstGeom>
        </p:spPr>
      </p:pic>
      <p:sp>
        <p:nvSpPr>
          <p:cNvPr id="144" name="Right Arrow 143">
            <a:extLst>
              <a:ext uri="{FF2B5EF4-FFF2-40B4-BE49-F238E27FC236}">
                <a16:creationId xmlns:a16="http://schemas.microsoft.com/office/drawing/2014/main" id="{30F080E3-F740-1B1B-0363-9D04D6E5A8B2}"/>
              </a:ext>
            </a:extLst>
          </p:cNvPr>
          <p:cNvSpPr/>
          <p:nvPr/>
        </p:nvSpPr>
        <p:spPr>
          <a:xfrm rot="5400000">
            <a:off x="6099171" y="3612113"/>
            <a:ext cx="272587" cy="196954"/>
          </a:xfrm>
          <a:prstGeom prst="rightArrow">
            <a:avLst/>
          </a:prstGeom>
          <a:solidFill>
            <a:srgbClr val="E3F0D9"/>
          </a:solidFill>
          <a:ln>
            <a:solidFill>
              <a:srgbClr val="6395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ED315E6-5D6F-E387-B6E5-08C5608293AD}"/>
              </a:ext>
            </a:extLst>
          </p:cNvPr>
          <p:cNvGrpSpPr/>
          <p:nvPr/>
        </p:nvGrpSpPr>
        <p:grpSpPr>
          <a:xfrm>
            <a:off x="6558521" y="4252831"/>
            <a:ext cx="1116658" cy="124308"/>
            <a:chOff x="7992477" y="6025957"/>
            <a:chExt cx="1981552" cy="220590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8425ADB6-44FD-E098-9681-E054C7F6447F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4809C6F6-0208-C29A-A0C2-D9A12B4BBDCE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7B9AE8D1-DC98-5E70-2BCC-89E551AC947F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EAB57ABD-6D15-CA2C-0F37-B0475105F1EF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76C18380-14D8-D544-2031-A00709355570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7" name="Rounded Rectangle 156">
              <a:extLst>
                <a:ext uri="{FF2B5EF4-FFF2-40B4-BE49-F238E27FC236}">
                  <a16:creationId xmlns:a16="http://schemas.microsoft.com/office/drawing/2014/main" id="{ED2EACDB-2B3C-DCD6-6E38-118B2EDDF752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0455CAE5-0A23-CADA-3173-1F6CD303C9E8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94B6F6C7-308F-EE3A-5FE3-2D8116E05BE7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44E83525-6BA4-EC1C-FD8E-521B2295A02A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BF0F93B-2029-E378-684D-77DF9147E1E4}"/>
              </a:ext>
            </a:extLst>
          </p:cNvPr>
          <p:cNvCxnSpPr>
            <a:cxnSpLocks/>
          </p:cNvCxnSpPr>
          <p:nvPr/>
        </p:nvCxnSpPr>
        <p:spPr>
          <a:xfrm>
            <a:off x="6187266" y="4053244"/>
            <a:ext cx="0" cy="164459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4698CB42-E14E-63DA-FE48-2E4AFF8DEB5B}"/>
              </a:ext>
            </a:extLst>
          </p:cNvPr>
          <p:cNvSpPr txBox="1"/>
          <p:nvPr/>
        </p:nvSpPr>
        <p:spPr>
          <a:xfrm>
            <a:off x="5350121" y="4151830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Feature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56589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3476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29144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 dirty="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998264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4958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6384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45950" y="230250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54324" y="3091042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4336711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4184960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3766951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𝑡𝑒𝑥𝑡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0360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1823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474884" y="4668524"/>
            <a:ext cx="3378005" cy="109691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4274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5807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4274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4274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68570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28818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37800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1703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6577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998264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02985" y="3104434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23634" y="3170942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63644" y="3080186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644" y="3080186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7143" r="-909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288004" y="3170942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28014" y="3080186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014" y="3080186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7143" r="-962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999794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02985" y="5101335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40138" y="5192733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181768" y="5118140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60950" y="5413004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950" y="5413004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947578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5349910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4543304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958727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5338887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029" y="3788906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07947" y="4543303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17730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1773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65714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27544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11054" y="488970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054" y="4889701"/>
                <a:ext cx="1496243" cy="338554"/>
              </a:xfrm>
              <a:prstGeom prst="rect">
                <a:avLst/>
              </a:prstGeom>
              <a:blipFill>
                <a:blip r:embed="rId34"/>
                <a:stretch>
                  <a:fillRect t="-3571" r="-1681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FABFCD26-A883-C016-606B-BE32AF40B76B}"/>
              </a:ext>
            </a:extLst>
          </p:cNvPr>
          <p:cNvSpPr txBox="1"/>
          <p:nvPr/>
        </p:nvSpPr>
        <p:spPr>
          <a:xfrm>
            <a:off x="6266404" y="5353334"/>
            <a:ext cx="1502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457543"/>
                </a:solidFill>
              </a:rPr>
              <a:t>evidence_cnt</a:t>
            </a:r>
            <a:r>
              <a:rPr lang="en-US" sz="1600" dirty="0">
                <a:solidFill>
                  <a:srgbClr val="457543"/>
                </a:solidFill>
              </a:rPr>
              <a:t>=2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1105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05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870" b="-17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66404" y="488957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404" y="488957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3571" r="-3175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3079331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51283" y="3079331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38341" y="2455071"/>
                <a:ext cx="8324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s</a:t>
                </a:r>
                <a:r>
                  <a:rPr lang="en-US" sz="14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41" y="2455071"/>
                <a:ext cx="832472" cy="307777"/>
              </a:xfrm>
              <a:prstGeom prst="rect">
                <a:avLst/>
              </a:prstGeom>
              <a:blipFill>
                <a:blip r:embed="rId37"/>
                <a:stretch>
                  <a:fillRect l="-1493"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70993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5111159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546518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484484" y="1941650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11054" y="1971127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054" y="1971127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75EB396-B638-E83A-2D64-92A38236DE0A}"/>
              </a:ext>
            </a:extLst>
          </p:cNvPr>
          <p:cNvSpPr/>
          <p:nvPr/>
        </p:nvSpPr>
        <p:spPr>
          <a:xfrm>
            <a:off x="4611297" y="2293327"/>
            <a:ext cx="3121401" cy="567690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00EC0-2CF1-36C8-3B90-40DA1554342D}"/>
              </a:ext>
            </a:extLst>
          </p:cNvPr>
          <p:cNvSpPr txBox="1"/>
          <p:nvPr/>
        </p:nvSpPr>
        <p:spPr>
          <a:xfrm>
            <a:off x="5103861" y="2314453"/>
            <a:ext cx="2177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Universal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C84CBC-F2B4-84DF-FEFE-13523DAB252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21477" y="2348275"/>
            <a:ext cx="440667" cy="4406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DC172C-4E74-FBE7-7E07-811ED01E9D3A}"/>
              </a:ext>
            </a:extLst>
          </p:cNvPr>
          <p:cNvSpPr txBox="1"/>
          <p:nvPr/>
        </p:nvSpPr>
        <p:spPr>
          <a:xfrm>
            <a:off x="5103861" y="2518455"/>
            <a:ext cx="2776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token entropy, state text length, …</a:t>
            </a:r>
            <a:endParaRPr lang="en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625663D-E705-AB37-1DBF-EA18D6E8CFD9}"/>
              </a:ext>
            </a:extLst>
          </p:cNvPr>
          <p:cNvSpPr/>
          <p:nvPr/>
        </p:nvSpPr>
        <p:spPr>
          <a:xfrm>
            <a:off x="4611054" y="2916803"/>
            <a:ext cx="3119205" cy="579872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2EEC7-5CD6-C007-0ADD-8CFED40F4641}"/>
              </a:ext>
            </a:extLst>
          </p:cNvPr>
          <p:cNvSpPr txBox="1"/>
          <p:nvPr/>
        </p:nvSpPr>
        <p:spPr>
          <a:xfrm>
            <a:off x="5103861" y="2937513"/>
            <a:ext cx="265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LLM Reasoning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FA56D-C2D5-BAE2-D328-9E21D56F3AB4}"/>
              </a:ext>
            </a:extLst>
          </p:cNvPr>
          <p:cNvSpPr txBox="1"/>
          <p:nvPr/>
        </p:nvSpPr>
        <p:spPr>
          <a:xfrm>
            <a:off x="5103861" y="3156167"/>
            <a:ext cx="2378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action type, action length, …</a:t>
            </a:r>
            <a:endParaRPr lang="en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41465" y="2993396"/>
            <a:ext cx="399375" cy="399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579192" y="3351444"/>
                <a:ext cx="18502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192" y="3351444"/>
                <a:ext cx="1850236" cy="276999"/>
              </a:xfrm>
              <a:prstGeom prst="rect">
                <a:avLst/>
              </a:prstGeom>
              <a:blipFill>
                <a:blip r:embed="rId45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189235" y="3349362"/>
                <a:ext cx="1651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235" y="3349362"/>
                <a:ext cx="1651493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880582" y="3691280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02985" y="3547689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42740" y="3560680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740" y="3560680"/>
                <a:ext cx="375487" cy="27699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35243" y="427803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35243" y="380075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50136" y="3933798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63644" y="4408011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18473" y="4413954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17488" y="3701150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17488" y="4437755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15750" y="3858329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18408" y="433261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62948" y="420787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099811" y="420351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19434" y="4293243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587664" y="398832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53120" y="408061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01251" y="3933806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55304" y="386408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02639" y="4218566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33757" y="4073716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39891" y="3557559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179646" y="3570550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646" y="3570550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272149" y="428790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272149" y="381062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487042" y="3943668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00550" y="4417881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55379" y="4423824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51332" y="3287886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4A43C53-044E-A182-4A02-FC5099F83F8E}"/>
              </a:ext>
            </a:extLst>
          </p:cNvPr>
          <p:cNvSpPr/>
          <p:nvPr/>
        </p:nvSpPr>
        <p:spPr>
          <a:xfrm rot="5400000">
            <a:off x="1804155" y="3612113"/>
            <a:ext cx="272587" cy="196954"/>
          </a:xfrm>
          <a:prstGeom prst="rightArrow">
            <a:avLst/>
          </a:prstGeom>
          <a:solidFill>
            <a:srgbClr val="DCE9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6FB137-C26B-B665-6B3B-1A5F2209947D}"/>
              </a:ext>
            </a:extLst>
          </p:cNvPr>
          <p:cNvSpPr/>
          <p:nvPr/>
        </p:nvSpPr>
        <p:spPr>
          <a:xfrm>
            <a:off x="1147041" y="6661068"/>
            <a:ext cx="3734261" cy="392696"/>
          </a:xfrm>
          <a:prstGeom prst="roundRect">
            <a:avLst>
              <a:gd name="adj" fmla="val 8677"/>
            </a:avLst>
          </a:prstGeom>
          <a:solidFill>
            <a:srgbClr val="E3F0D9"/>
          </a:solidFill>
          <a:ln w="19050">
            <a:solidFill>
              <a:srgbClr val="639552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/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blipFill>
                <a:blip r:embed="rId50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B0207FB1-13EA-735C-DC16-12EEF4907961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3348" y="6683023"/>
            <a:ext cx="342160" cy="342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/>
              <p:nvPr/>
            </p:nvSpPr>
            <p:spPr>
              <a:xfrm>
                <a:off x="5292110" y="1121243"/>
                <a:ext cx="19449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State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latin typeface="Comic Sans MS" panose="030F0902030302020204" pitchFamily="66" charset="0"/>
                  </a:rPr>
                  <a:t> </a:t>
                </a:r>
                <a:br>
                  <a:rPr lang="en-US" altLang="zh-CN" sz="1400" dirty="0">
                    <a:latin typeface="Comic Sans MS" panose="030F0902030302020204" pitchFamily="66" charset="0"/>
                  </a:rPr>
                </a:br>
                <a:r>
                  <a:rPr lang="en-US" altLang="zh-CN" sz="1400" dirty="0">
                    <a:latin typeface="Comic Sans MS" panose="030F0902030302020204" pitchFamily="66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110" y="1121243"/>
                <a:ext cx="1944915" cy="523220"/>
              </a:xfrm>
              <a:prstGeom prst="rect">
                <a:avLst/>
              </a:prstGeom>
              <a:blipFill>
                <a:blip r:embed="rId51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105">
            <a:extLst>
              <a:ext uri="{FF2B5EF4-FFF2-40B4-BE49-F238E27FC236}">
                <a16:creationId xmlns:a16="http://schemas.microsoft.com/office/drawing/2014/main" id="{45CDA63B-9045-C352-02E9-06569C4C124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222578" y="1138065"/>
            <a:ext cx="452689" cy="452689"/>
          </a:xfrm>
          <a:prstGeom prst="rect">
            <a:avLst/>
          </a:prstGeom>
        </p:spPr>
      </p:pic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C030C16A-C846-E14C-EF01-07B09E5C0EAC}"/>
              </a:ext>
            </a:extLst>
          </p:cNvPr>
          <p:cNvSpPr/>
          <p:nvPr/>
        </p:nvSpPr>
        <p:spPr>
          <a:xfrm>
            <a:off x="4482057" y="3784345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/>
              <p:nvPr/>
            </p:nvSpPr>
            <p:spPr>
              <a:xfrm>
                <a:off x="5173849" y="3784041"/>
                <a:ext cx="27517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849" y="3784041"/>
                <a:ext cx="2751779" cy="307777"/>
              </a:xfrm>
              <a:prstGeom prst="rect">
                <a:avLst/>
              </a:prstGeom>
              <a:blipFill>
                <a:blip r:embed="rId5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" name="Picture 141">
            <a:extLst>
              <a:ext uri="{FF2B5EF4-FFF2-40B4-BE49-F238E27FC236}">
                <a16:creationId xmlns:a16="http://schemas.microsoft.com/office/drawing/2014/main" id="{7BE5893F-52DE-21CC-0600-C83C73C6E7CD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21477" y="3891355"/>
            <a:ext cx="436016" cy="436016"/>
          </a:xfrm>
          <a:prstGeom prst="rect">
            <a:avLst/>
          </a:prstGeom>
        </p:spPr>
      </p:pic>
      <p:sp>
        <p:nvSpPr>
          <p:cNvPr id="144" name="Right Arrow 143">
            <a:extLst>
              <a:ext uri="{FF2B5EF4-FFF2-40B4-BE49-F238E27FC236}">
                <a16:creationId xmlns:a16="http://schemas.microsoft.com/office/drawing/2014/main" id="{30F080E3-F740-1B1B-0363-9D04D6E5A8B2}"/>
              </a:ext>
            </a:extLst>
          </p:cNvPr>
          <p:cNvSpPr/>
          <p:nvPr/>
        </p:nvSpPr>
        <p:spPr>
          <a:xfrm rot="5400000">
            <a:off x="6069481" y="3612113"/>
            <a:ext cx="272587" cy="196954"/>
          </a:xfrm>
          <a:prstGeom prst="rightArrow">
            <a:avLst/>
          </a:prstGeom>
          <a:solidFill>
            <a:srgbClr val="E3F0D9"/>
          </a:solidFill>
          <a:ln>
            <a:solidFill>
              <a:srgbClr val="6395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ED315E6-5D6F-E387-B6E5-08C5608293AD}"/>
              </a:ext>
            </a:extLst>
          </p:cNvPr>
          <p:cNvGrpSpPr/>
          <p:nvPr/>
        </p:nvGrpSpPr>
        <p:grpSpPr>
          <a:xfrm>
            <a:off x="6528831" y="4252831"/>
            <a:ext cx="1116658" cy="124308"/>
            <a:chOff x="7992477" y="6025957"/>
            <a:chExt cx="1981552" cy="220590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8425ADB6-44FD-E098-9681-E054C7F6447F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4809C6F6-0208-C29A-A0C2-D9A12B4BBDCE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7B9AE8D1-DC98-5E70-2BCC-89E551AC947F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EAB57ABD-6D15-CA2C-0F37-B0475105F1EF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76C18380-14D8-D544-2031-A00709355570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7" name="Rounded Rectangle 156">
              <a:extLst>
                <a:ext uri="{FF2B5EF4-FFF2-40B4-BE49-F238E27FC236}">
                  <a16:creationId xmlns:a16="http://schemas.microsoft.com/office/drawing/2014/main" id="{ED2EACDB-2B3C-DCD6-6E38-118B2EDDF752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0455CAE5-0A23-CADA-3173-1F6CD303C9E8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94B6F6C7-308F-EE3A-5FE3-2D8116E05BE7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44E83525-6BA4-EC1C-FD8E-521B2295A02A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BF0F93B-2029-E378-684D-77DF9147E1E4}"/>
              </a:ext>
            </a:extLst>
          </p:cNvPr>
          <p:cNvCxnSpPr>
            <a:cxnSpLocks/>
          </p:cNvCxnSpPr>
          <p:nvPr/>
        </p:nvCxnSpPr>
        <p:spPr>
          <a:xfrm>
            <a:off x="6157576" y="4053244"/>
            <a:ext cx="0" cy="164459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4698CB42-E14E-63DA-FE48-2E4AFF8DEB5B}"/>
              </a:ext>
            </a:extLst>
          </p:cNvPr>
          <p:cNvSpPr txBox="1"/>
          <p:nvPr/>
        </p:nvSpPr>
        <p:spPr>
          <a:xfrm>
            <a:off x="5320431" y="4151830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Feature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vector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0E1C9A76-E2A6-6BBC-746F-847682BFE230}"/>
              </a:ext>
            </a:extLst>
          </p:cNvPr>
          <p:cNvSpPr/>
          <p:nvPr/>
        </p:nvSpPr>
        <p:spPr>
          <a:xfrm rot="5400000">
            <a:off x="6031512" y="1745976"/>
            <a:ext cx="272587" cy="196954"/>
          </a:xfrm>
          <a:prstGeom prst="rightArrow">
            <a:avLst/>
          </a:prstGeom>
          <a:solidFill>
            <a:srgbClr val="E3F0D9"/>
          </a:solidFill>
          <a:ln>
            <a:solidFill>
              <a:srgbClr val="6395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5949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1550</Words>
  <Application>Microsoft Macintosh PowerPoint</Application>
  <PresentationFormat>Widescreen</PresentationFormat>
  <Paragraphs>396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Cambria Math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ziming li</dc:creator>
  <cp:lastModifiedBy>ziming li</cp:lastModifiedBy>
  <cp:revision>26</cp:revision>
  <dcterms:created xsi:type="dcterms:W3CDTF">2026-04-19T16:23:09Z</dcterms:created>
  <dcterms:modified xsi:type="dcterms:W3CDTF">2026-05-06T19:08:40Z</dcterms:modified>
</cp:coreProperties>
</file>